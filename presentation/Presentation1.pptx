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6"/>
    <p:restoredTop sz="94599"/>
  </p:normalViewPr>
  <p:slideViewPr>
    <p:cSldViewPr snapToGrid="0">
      <p:cViewPr varScale="1">
        <p:scale>
          <a:sx n="106" d="100"/>
          <a:sy n="106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8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2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6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9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7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5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4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7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5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1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C1399-8BA2-CF4A-929A-5005EEF13B58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C6CAFC7-5AEA-8B46-A8CE-5FE016089B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30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E150-580C-6FE5-8C97-2DBA416A5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Chaos Monkeys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01F1E-6C9A-7885-F94E-7B64F17479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Chaos Engineering</a:t>
            </a:r>
          </a:p>
        </p:txBody>
      </p:sp>
    </p:spTree>
    <p:extLst>
      <p:ext uri="{BB962C8B-B14F-4D97-AF65-F5344CB8AC3E}">
        <p14:creationId xmlns:p14="http://schemas.microsoft.com/office/powerpoint/2010/main" val="418594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AE26-75D1-2977-378F-2DDA0C69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Hackathon 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412B-B1DB-7256-1E85-521C66376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Quality &amp; Reliability - Trusted Insights </a:t>
            </a:r>
          </a:p>
        </p:txBody>
      </p:sp>
    </p:spTree>
    <p:extLst>
      <p:ext uri="{BB962C8B-B14F-4D97-AF65-F5344CB8AC3E}">
        <p14:creationId xmlns:p14="http://schemas.microsoft.com/office/powerpoint/2010/main" val="209308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98B5-1B6B-A179-72B7-BEB156E2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50E94-3671-4405-E4B4-EF5395160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distributed systems are complex and often fail in unpredictable ways. Traditional testing cannot always uncover weaknesses that only appear under real-world conditions such as network outages, node failures, or resource exhaustion.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565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9406-7123-BF72-A3E2-ACC11BB6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Architecture (Mermaid)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FAC5CD-2C24-C91B-96B7-61556BE95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457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711</TotalTime>
  <Words>56</Words>
  <Application>Microsoft Macintosh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Rockwell</vt:lpstr>
      <vt:lpstr>Gallery</vt:lpstr>
      <vt:lpstr>Chaos Monkeys</vt:lpstr>
      <vt:lpstr>Hackathon Theme</vt:lpstr>
      <vt:lpstr>Problem Statement</vt:lpstr>
      <vt:lpstr>High-level Architecture (Mermaid)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Radhakrishnan</dc:creator>
  <cp:lastModifiedBy>Rajesh Radhakrishnan</cp:lastModifiedBy>
  <cp:revision>2</cp:revision>
  <dcterms:created xsi:type="dcterms:W3CDTF">2025-10-09T05:15:49Z</dcterms:created>
  <dcterms:modified xsi:type="dcterms:W3CDTF">2025-10-10T03:40:54Z</dcterms:modified>
</cp:coreProperties>
</file>