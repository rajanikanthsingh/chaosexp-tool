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5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23" r:id="rId4"/>
    <p:sldMasterId id="2147484425" r:id="rId5"/>
    <p:sldMasterId id="2147484428" r:id="rId6"/>
    <p:sldMasterId id="2147484435" r:id="rId7"/>
    <p:sldMasterId id="2147484442" r:id="rId8"/>
    <p:sldMasterId id="2147484449" r:id="rId9"/>
  </p:sldMasterIdLst>
  <p:notesMasterIdLst>
    <p:notesMasterId r:id="rId18"/>
  </p:notesMasterIdLst>
  <p:handoutMasterIdLst>
    <p:handoutMasterId r:id="rId19"/>
  </p:handoutMasterIdLst>
  <p:sldIdLst>
    <p:sldId id="264" r:id="rId10"/>
    <p:sldId id="12341" r:id="rId11"/>
    <p:sldId id="12344" r:id="rId12"/>
    <p:sldId id="12345" r:id="rId13"/>
    <p:sldId id="12350" r:id="rId14"/>
    <p:sldId id="12346" r:id="rId15"/>
    <p:sldId id="12347" r:id="rId16"/>
    <p:sldId id="12349" r:id="rId1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56" userDrawn="1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149">
          <p15:clr>
            <a:srgbClr val="A4A3A4"/>
          </p15:clr>
        </p15:guide>
        <p15:guide id="4" pos="36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F2C401-A12A-F91C-44F1-158AD80EA1E9}" name="Jean Somlo" initials="JS" userId="S::jean.somlo@xperi.com::55a08d05-e66c-45cf-b8d6-898fec04c31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im Catanzaro" initials="K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FFFFFF"/>
    <a:srgbClr val="F0FAFF"/>
    <a:srgbClr val="F0D1BD"/>
    <a:srgbClr val="F0C5C5"/>
    <a:srgbClr val="F0C7BD"/>
    <a:srgbClr val="CFB2AB"/>
    <a:srgbClr val="D4B6B6"/>
    <a:srgbClr val="E09999"/>
    <a:srgbClr val="DB9B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9D43C4-6870-6087-78D0-D4628B03CBB7}" v="39" dt="2025-10-09T15:14:53.4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–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5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>
        <p:guide orient="horz" pos="2856"/>
        <p:guide pos="3840"/>
        <p:guide orient="horz" pos="2149"/>
        <p:guide pos="36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theme" Target="theme/theme1.xml"/><Relationship Id="rId10" Type="http://schemas.openxmlformats.org/officeDocument/2006/relationships/slide" Target="slides/slide1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DF8489-21A3-4EB6-857F-27235E6F9F59}" type="datetimeFigureOut">
              <a:rPr lang="en-US" smtClean="0"/>
              <a:t>10/9/25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8E0A66-BD66-42B2-80E9-9D271B435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7624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0CAE3EB-256F-2F48-8BB0-F80D5321569E}" type="datetimeFigureOut">
              <a:rPr lang="en-US" smtClean="0"/>
              <a:t>10/9/25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CFA32BA-F9FB-C043-8C8C-422F55EBE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5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.png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.pn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ternat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3ACE62A1-4D5D-5FB0-7BAB-44F1EB81A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3451" y="3217635"/>
            <a:ext cx="8645103" cy="462893"/>
          </a:xfrm>
          <a:prstGeom prst="rect">
            <a:avLst/>
          </a:prstGeom>
        </p:spPr>
        <p:txBody>
          <a:bodyPr lIns="57150" tIns="28575" rIns="57150" bIns="28575">
            <a:normAutofit/>
          </a:bodyPr>
          <a:lstStyle>
            <a:lvl1pPr marL="0" indent="0" algn="ctr">
              <a:buNone/>
              <a:defRPr sz="1920" i="1">
                <a:solidFill>
                  <a:schemeClr val="bg1"/>
                </a:solidFill>
                <a:latin typeface="Century Gothic"/>
                <a:cs typeface="Century Gothic"/>
              </a:defRPr>
            </a:lvl1pPr>
            <a:lvl2pPr marL="509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8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6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60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485F8E64-CA9E-D007-8AA5-8CCA4F18EF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73451" y="2648685"/>
            <a:ext cx="8645103" cy="5574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None/>
              <a:defRPr sz="3120" b="0" i="0" baseline="0">
                <a:solidFill>
                  <a:schemeClr val="bg1"/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A2D6286E-E0C7-E10A-7789-1856DAC5F9D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14948" y="4345835"/>
            <a:ext cx="6162104" cy="432223"/>
          </a:xfrm>
          <a:prstGeom prst="rect">
            <a:avLst/>
          </a:prstGeom>
        </p:spPr>
        <p:txBody>
          <a:bodyPr vert="horz"/>
          <a:lstStyle>
            <a:lvl1pPr marL="0" indent="0" algn="ctr">
              <a:buFont typeface="+mj-lt"/>
              <a:buNone/>
              <a:defRPr sz="18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  <a:lvl2pPr>
              <a:defRPr>
                <a:solidFill>
                  <a:srgbClr val="4E4D4E"/>
                </a:solidFill>
              </a:defRPr>
            </a:lvl2pPr>
            <a:lvl3pPr>
              <a:defRPr>
                <a:solidFill>
                  <a:srgbClr val="4E4D4E"/>
                </a:solidFill>
              </a:defRPr>
            </a:lvl3pPr>
            <a:lvl4pPr>
              <a:defRPr>
                <a:solidFill>
                  <a:srgbClr val="4E4D4E"/>
                </a:solidFill>
              </a:defRPr>
            </a:lvl4pPr>
            <a:lvl5pPr>
              <a:defRPr>
                <a:solidFill>
                  <a:srgbClr val="4E4D4E"/>
                </a:solidFill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197D6CD-742B-450E-6826-2DB1037440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6950" y="4708163"/>
            <a:ext cx="2738101" cy="309685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960" b="0" i="0" kern="600" spc="276" baseline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lvl="0"/>
            <a:r>
              <a:rPr lang="en-US"/>
              <a:t>MONTH / DATE</a:t>
            </a:r>
          </a:p>
        </p:txBody>
      </p:sp>
      <p:pic>
        <p:nvPicPr>
          <p:cNvPr id="3" name="Picture 2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6E90405-2ADD-3BA6-85C2-8F8894D4B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212" y="703212"/>
            <a:ext cx="6369819" cy="318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15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Description generated with high confidence">
            <a:extLst>
              <a:ext uri="{FF2B5EF4-FFF2-40B4-BE49-F238E27FC236}">
                <a16:creationId xmlns:a16="http://schemas.microsoft.com/office/drawing/2014/main" id="{D74AF21D-7914-C84E-8463-0D796DE37E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17CBDFC6-47B2-C647-96ED-74F572EFC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69715"/>
            <a:ext cx="10515600" cy="511685"/>
          </a:xfrm>
          <a:prstGeom prst="rect">
            <a:avLst/>
          </a:prstGeom>
        </p:spPr>
        <p:txBody>
          <a:bodyPr anchor="b"/>
          <a:lstStyle>
            <a:lvl1pPr>
              <a:defRPr sz="36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04BFD03-1690-9646-B480-9E255AB941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685380"/>
            <a:ext cx="105918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Input Subtitle Here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4C7A86B9-1B0A-8747-A9E8-6007F6D32C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887" y="594177"/>
            <a:ext cx="2658432" cy="1103065"/>
          </a:xfrm>
          <a:prstGeom prst="rect">
            <a:avLst/>
          </a:prstGeom>
        </p:spPr>
      </p:pic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B040616E-EE98-BD44-A73E-28609CCAAE6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2000" y="5984974"/>
            <a:ext cx="4800600" cy="246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dirty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© 2025 XPERI.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1238729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/Copy (1-Head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>
            <a:spLocks noGrp="1"/>
          </p:cNvSpPr>
          <p:nvPr>
            <p:ph type="title" hasCustomPrompt="1"/>
          </p:nvPr>
        </p:nvSpPr>
        <p:spPr>
          <a:xfrm>
            <a:off x="771705" y="493777"/>
            <a:ext cx="10637848" cy="461263"/>
          </a:xfrm>
          <a:prstGeom prst="rect">
            <a:avLst/>
          </a:prstGeom>
        </p:spPr>
        <p:txBody>
          <a:bodyPr anchor="t"/>
          <a:lstStyle>
            <a:lvl1pPr>
              <a:defRPr sz="3500" b="0" i="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1pPr>
          </a:lstStyle>
          <a:p>
            <a:r>
              <a:rPr lang="en-US"/>
              <a:t>35PT - Insert Heading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7288171-D7CE-A848-880C-F0994EE8475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6356350" y="1351283"/>
            <a:ext cx="5053012" cy="480980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800" b="1" i="1" baseline="0">
                <a:latin typeface="+mn-lt"/>
                <a:ea typeface="DIN Next LT Pro" charset="0"/>
                <a:cs typeface="DIN Next LT Pro" charset="0"/>
              </a:defRPr>
            </a:lvl1pPr>
          </a:lstStyle>
          <a:p>
            <a:pPr lvl="0"/>
            <a:r>
              <a:rPr lang="en-US"/>
              <a:t>Click to insert content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6192764" y="1351283"/>
            <a:ext cx="0" cy="4809805"/>
          </a:xfrm>
          <a:prstGeom prst="line">
            <a:avLst/>
          </a:prstGeom>
          <a:solidFill>
            <a:srgbClr val="FFFFFF"/>
          </a:solidFill>
          <a:ln w="12700" cmpd="sng">
            <a:solidFill>
              <a:srgbClr val="C5C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7" name="Content Placeholder 7"/>
          <p:cNvSpPr>
            <a:spLocks noGrp="1"/>
          </p:cNvSpPr>
          <p:nvPr>
            <p:ph sz="quarter" idx="24" hasCustomPrompt="1"/>
          </p:nvPr>
        </p:nvSpPr>
        <p:spPr>
          <a:xfrm>
            <a:off x="776288" y="1339850"/>
            <a:ext cx="5241740" cy="4805363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6226A7"/>
              </a:buClr>
              <a:buFont typeface="LucidaGrande" charset="0"/>
              <a:buChar char="‣"/>
              <a:defRPr sz="1800" b="0"/>
            </a:lvl1pPr>
            <a:lvl2pPr marL="457200" indent="-228600">
              <a:buClr>
                <a:srgbClr val="6226A7"/>
              </a:buClr>
              <a:buFont typeface="LucidaGrande" charset="0"/>
              <a:buChar char="▸"/>
              <a:defRPr sz="1600" b="0" baseline="0"/>
            </a:lvl2pPr>
            <a:lvl3pPr marL="1143000" indent="-228600">
              <a:buClr>
                <a:srgbClr val="6226A7"/>
              </a:buClr>
              <a:buFont typeface="LucidaGrande" charset="0"/>
              <a:buChar char="▸"/>
              <a:defRPr sz="1400" baseline="0"/>
            </a:lvl3pPr>
            <a:lvl4pPr marL="1600200" indent="-228600">
              <a:buClr>
                <a:srgbClr val="6226A7"/>
              </a:buClr>
              <a:buFont typeface="LucidaGrande" charset="0"/>
              <a:buChar char="▸"/>
              <a:defRPr sz="1200" baseline="0"/>
            </a:lvl4pPr>
            <a:lvl5pPr marL="2057400" indent="-228600">
              <a:buClr>
                <a:srgbClr val="6226A7"/>
              </a:buClr>
              <a:buFont typeface="LucidaGrande" charset="0"/>
              <a:buChar char="▸"/>
              <a:defRPr sz="1600"/>
            </a:lvl5pPr>
            <a:lvl6pPr marL="2514600" indent="-228600">
              <a:buClr>
                <a:srgbClr val="6226A7"/>
              </a:buClr>
              <a:buFont typeface="LucidaGrande" charset="0"/>
              <a:buChar char="‣"/>
              <a:defRPr sz="1600"/>
            </a:lvl6pPr>
          </a:lstStyle>
          <a:p>
            <a:pPr lvl="0"/>
            <a:r>
              <a:rPr lang="en-US"/>
              <a:t>18PT Click to edit Master text styles</a:t>
            </a:r>
          </a:p>
          <a:p>
            <a:pPr lvl="1"/>
            <a:r>
              <a:rPr lang="en-US"/>
              <a:t>16PT Second level</a:t>
            </a:r>
          </a:p>
          <a:p>
            <a:pPr lvl="2"/>
            <a:r>
              <a:rPr lang="en-US"/>
              <a:t>14PT Third Level</a:t>
            </a:r>
          </a:p>
          <a:p>
            <a:pPr lvl="3"/>
            <a:r>
              <a:rPr lang="en-US"/>
              <a:t>12PT Fourth level</a:t>
            </a:r>
          </a:p>
          <a:p>
            <a:pPr lvl="2"/>
            <a:endParaRPr lang="en-US"/>
          </a:p>
          <a:p>
            <a:pPr lvl="3"/>
            <a:endParaRPr lang="en-US"/>
          </a:p>
          <a:p>
            <a:pPr lvl="4"/>
            <a:endParaRPr lang="en-US"/>
          </a:p>
          <a:p>
            <a:pPr lvl="5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1"/>
          <p:cNvSpPr>
            <a:spLocks noGrp="1"/>
          </p:cNvSpPr>
          <p:nvPr>
            <p:ph type="body" sz="quarter" idx="24" hasCustomPrompt="1"/>
          </p:nvPr>
        </p:nvSpPr>
        <p:spPr>
          <a:xfrm>
            <a:off x="612946" y="562953"/>
            <a:ext cx="10983633" cy="56894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2880" b="0" i="0" baseline="0">
                <a:solidFill>
                  <a:schemeClr val="accent1"/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Agenda Slide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25"/>
          </p:nvPr>
        </p:nvSpPr>
        <p:spPr>
          <a:xfrm>
            <a:off x="621515" y="1872045"/>
            <a:ext cx="10983633" cy="3999268"/>
          </a:xfrm>
          <a:prstGeom prst="rect">
            <a:avLst/>
          </a:prstGeom>
        </p:spPr>
        <p:txBody>
          <a:bodyPr lIns="57150" tIns="28575" rIns="57150" bIns="28575">
            <a:normAutofit/>
          </a:bodyPr>
          <a:lstStyle>
            <a:lvl1pPr marL="233166" indent="-233166" algn="l">
              <a:lnSpc>
                <a:spcPct val="150000"/>
              </a:lnSpc>
              <a:buClr>
                <a:schemeClr val="accent1"/>
              </a:buClr>
              <a:buFont typeface="Wingdings" charset="2"/>
              <a:buChar char="§"/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559294" indent="-175256" algn="l">
              <a:lnSpc>
                <a:spcPct val="150000"/>
              </a:lnSpc>
              <a:buClr>
                <a:schemeClr val="accent1"/>
              </a:buClr>
              <a:buFont typeface="Arial"/>
              <a:buChar char="•"/>
              <a:tabLst/>
              <a:defRPr sz="144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822939" marR="0" indent="-164588" algn="l" defTabSz="548626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Lucida Grande"/>
              <a:buChar char="-"/>
              <a:tabLst/>
              <a:defRPr sz="144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261840" indent="-164588" algn="l">
              <a:lnSpc>
                <a:spcPct val="150000"/>
              </a:lnSpc>
              <a:buClr>
                <a:schemeClr val="accent1"/>
              </a:buClr>
              <a:buFont typeface="Wingdings" charset="2"/>
              <a:buChar char="§"/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591016" indent="-164588" algn="l">
              <a:lnSpc>
                <a:spcPct val="150000"/>
              </a:lnSpc>
              <a:buClr>
                <a:schemeClr val="accent1"/>
              </a:buClr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621514" y="253266"/>
            <a:ext cx="2738101" cy="30968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16349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DB2044-FA12-1DA0-88B7-C285D54F5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9051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24" hasCustomPrompt="1"/>
          </p:nvPr>
        </p:nvSpPr>
        <p:spPr>
          <a:xfrm>
            <a:off x="612946" y="562953"/>
            <a:ext cx="10983633" cy="56894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2880" b="0" i="0" baseline="0">
                <a:solidFill>
                  <a:schemeClr val="accent1"/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Agenda Slide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25"/>
          </p:nvPr>
        </p:nvSpPr>
        <p:spPr>
          <a:xfrm>
            <a:off x="621515" y="1872045"/>
            <a:ext cx="10983633" cy="3999268"/>
          </a:xfrm>
          <a:prstGeom prst="rect">
            <a:avLst/>
          </a:prstGeom>
        </p:spPr>
        <p:txBody>
          <a:bodyPr lIns="57150" tIns="28575" rIns="57150" bIns="28575">
            <a:normAutofit/>
          </a:bodyPr>
          <a:lstStyle>
            <a:lvl1pPr marL="233166" indent="-233166" algn="l">
              <a:lnSpc>
                <a:spcPct val="150000"/>
              </a:lnSpc>
              <a:buClr>
                <a:schemeClr val="accent1"/>
              </a:buClr>
              <a:buFont typeface="Wingdings" charset="2"/>
              <a:buChar char="§"/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559294" indent="-175256" algn="l">
              <a:lnSpc>
                <a:spcPct val="150000"/>
              </a:lnSpc>
              <a:buClr>
                <a:schemeClr val="accent1"/>
              </a:buClr>
              <a:buFont typeface="Arial"/>
              <a:buChar char="•"/>
              <a:tabLst/>
              <a:defRPr sz="1440" b="0" i="0" baseline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822939" marR="0" indent="-164588" algn="l" defTabSz="548626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Lucida Grande"/>
              <a:buChar char="-"/>
              <a:tabLst/>
              <a:defRPr sz="1440" b="0" i="0" baseline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261840" indent="-164588" algn="l">
              <a:lnSpc>
                <a:spcPct val="150000"/>
              </a:lnSpc>
              <a:buClr>
                <a:schemeClr val="accent1"/>
              </a:buClr>
              <a:buFont typeface="Wingdings" charset="2"/>
              <a:buChar char="§"/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591016" indent="-164588" algn="l">
              <a:lnSpc>
                <a:spcPct val="150000"/>
              </a:lnSpc>
              <a:buClr>
                <a:schemeClr val="accent1"/>
              </a:buClr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621514" y="253266"/>
            <a:ext cx="2738101" cy="3096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B008B4-499E-3E5F-8BAB-4A6D2F95C86D}"/>
              </a:ext>
            </a:extLst>
          </p:cNvPr>
          <p:cNvSpPr txBox="1"/>
          <p:nvPr/>
        </p:nvSpPr>
        <p:spPr>
          <a:xfrm>
            <a:off x="8917380" y="6536845"/>
            <a:ext cx="2249307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" b="0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© 2024 </a:t>
            </a:r>
            <a:r>
              <a:rPr lang="en-US" sz="720" b="0" i="0" u="none" strike="noStrike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Xperi</a:t>
            </a:r>
            <a:r>
              <a:rPr lang="en-US" sz="720" b="0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. All rights reserved.</a:t>
            </a:r>
            <a:endParaRPr lang="en-US" sz="720" b="0">
              <a:solidFill>
                <a:schemeClr val="bg1"/>
              </a:solidFill>
              <a:latin typeface="+mn-lt"/>
              <a:ea typeface="Century" charset="0"/>
              <a:cs typeface="Century" charset="0"/>
            </a:endParaRPr>
          </a:p>
        </p:txBody>
      </p:sp>
      <p:pic>
        <p:nvPicPr>
          <p:cNvPr id="5" name="Picture 4" descr="A colorful diamond shaped object&#10;&#10;Description automatically generated">
            <a:extLst>
              <a:ext uri="{FF2B5EF4-FFF2-40B4-BE49-F238E27FC236}">
                <a16:creationId xmlns:a16="http://schemas.microsoft.com/office/drawing/2014/main" id="{12F401B4-6266-3E24-8EBE-407EF091D6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73775" y="5874663"/>
            <a:ext cx="1904491" cy="2362200"/>
          </a:xfrm>
          <a:custGeom>
            <a:avLst/>
            <a:gdLst>
              <a:gd name="connsiteX0" fmla="*/ 1036462 w 1428368"/>
              <a:gd name="connsiteY0" fmla="*/ 1691982 h 1771650"/>
              <a:gd name="connsiteX1" fmla="*/ 1428368 w 1428368"/>
              <a:gd name="connsiteY1" fmla="*/ 1691982 h 1771650"/>
              <a:gd name="connsiteX2" fmla="*/ 1428368 w 1428368"/>
              <a:gd name="connsiteY2" fmla="*/ 1771650 h 1771650"/>
              <a:gd name="connsiteX3" fmla="*/ 0 w 1428368"/>
              <a:gd name="connsiteY3" fmla="*/ 1771650 h 1771650"/>
              <a:gd name="connsiteX4" fmla="*/ 0 w 1428368"/>
              <a:gd name="connsiteY4" fmla="*/ 1700743 h 1771650"/>
              <a:gd name="connsiteX5" fmla="*/ 1036462 w 1428368"/>
              <a:gd name="connsiteY5" fmla="*/ 1700743 h 1771650"/>
              <a:gd name="connsiteX6" fmla="*/ 0 w 1428368"/>
              <a:gd name="connsiteY6" fmla="*/ 0 h 1771650"/>
              <a:gd name="connsiteX7" fmla="*/ 768985 w 1428368"/>
              <a:gd name="connsiteY7" fmla="*/ 0 h 1771650"/>
              <a:gd name="connsiteX8" fmla="*/ 768985 w 1428368"/>
              <a:gd name="connsiteY8" fmla="*/ 746264 h 1771650"/>
              <a:gd name="connsiteX9" fmla="*/ 0 w 1428368"/>
              <a:gd name="connsiteY9" fmla="*/ 746264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28368" h="1771650">
                <a:moveTo>
                  <a:pt x="1036462" y="1691982"/>
                </a:moveTo>
                <a:lnTo>
                  <a:pt x="1428368" y="1691982"/>
                </a:lnTo>
                <a:lnTo>
                  <a:pt x="1428368" y="1771650"/>
                </a:lnTo>
                <a:lnTo>
                  <a:pt x="0" y="1771650"/>
                </a:lnTo>
                <a:lnTo>
                  <a:pt x="0" y="1700743"/>
                </a:lnTo>
                <a:lnTo>
                  <a:pt x="1036462" y="1700743"/>
                </a:lnTo>
                <a:close/>
                <a:moveTo>
                  <a:pt x="0" y="0"/>
                </a:moveTo>
                <a:lnTo>
                  <a:pt x="768985" y="0"/>
                </a:lnTo>
                <a:lnTo>
                  <a:pt x="768985" y="746264"/>
                </a:lnTo>
                <a:lnTo>
                  <a:pt x="0" y="746264"/>
                </a:lnTo>
                <a:close/>
              </a:path>
            </a:pathLst>
          </a:cu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FE55EC7B-0645-5682-FE3C-AE7C8722628E}"/>
              </a:ext>
            </a:extLst>
          </p:cNvPr>
          <p:cNvSpPr/>
          <p:nvPr/>
        </p:nvSpPr>
        <p:spPr>
          <a:xfrm>
            <a:off x="10493631" y="5952090"/>
            <a:ext cx="1706664" cy="916961"/>
          </a:xfrm>
          <a:custGeom>
            <a:avLst/>
            <a:gdLst>
              <a:gd name="connsiteX0" fmla="*/ 728363 w 1141807"/>
              <a:gd name="connsiteY0" fmla="*/ 0 h 598720"/>
              <a:gd name="connsiteX1" fmla="*/ 949675 w 1141807"/>
              <a:gd name="connsiteY1" fmla="*/ 91670 h 598720"/>
              <a:gd name="connsiteX2" fmla="*/ 1141807 w 1141807"/>
              <a:gd name="connsiteY2" fmla="*/ 283802 h 598720"/>
              <a:gd name="connsiteX3" fmla="*/ 1141807 w 1141807"/>
              <a:gd name="connsiteY3" fmla="*/ 598720 h 598720"/>
              <a:gd name="connsiteX4" fmla="*/ 0 w 1141807"/>
              <a:gd name="connsiteY4" fmla="*/ 598720 h 598720"/>
              <a:gd name="connsiteX5" fmla="*/ 507050 w 1141807"/>
              <a:gd name="connsiteY5" fmla="*/ 91670 h 598720"/>
              <a:gd name="connsiteX6" fmla="*/ 728363 w 1141807"/>
              <a:gd name="connsiteY6" fmla="*/ 0 h 59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1807" h="598720">
                <a:moveTo>
                  <a:pt x="728363" y="0"/>
                </a:moveTo>
                <a:cubicBezTo>
                  <a:pt x="808461" y="0"/>
                  <a:pt x="888561" y="30556"/>
                  <a:pt x="949675" y="91670"/>
                </a:cubicBezTo>
                <a:lnTo>
                  <a:pt x="1141807" y="283802"/>
                </a:lnTo>
                <a:lnTo>
                  <a:pt x="1141807" y="598720"/>
                </a:lnTo>
                <a:lnTo>
                  <a:pt x="0" y="598720"/>
                </a:lnTo>
                <a:lnTo>
                  <a:pt x="507050" y="91670"/>
                </a:lnTo>
                <a:cubicBezTo>
                  <a:pt x="568164" y="30556"/>
                  <a:pt x="648264" y="0"/>
                  <a:pt x="728363" y="0"/>
                </a:cubicBezTo>
                <a:close/>
              </a:path>
            </a:pathLst>
          </a:custGeom>
          <a:gradFill flip="none" rotWithShape="1">
            <a:gsLst>
              <a:gs pos="16000">
                <a:srgbClr val="6840BF"/>
              </a:gs>
              <a:gs pos="100000">
                <a:srgbClr val="E1267D">
                  <a:lumMod val="83566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pic>
        <p:nvPicPr>
          <p:cNvPr id="14" name="Picture 13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3D77940C-BE59-4360-2CFD-1D47C81A9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4713" y="6236350"/>
            <a:ext cx="1833923" cy="91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108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 1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1"/>
          <p:cNvSpPr>
            <a:spLocks noGrp="1"/>
          </p:cNvSpPr>
          <p:nvPr>
            <p:ph type="body" sz="quarter" idx="27" hasCustomPrompt="1"/>
          </p:nvPr>
        </p:nvSpPr>
        <p:spPr>
          <a:xfrm>
            <a:off x="612946" y="348849"/>
            <a:ext cx="10983633" cy="56894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288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Slide Headline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12948" y="920541"/>
            <a:ext cx="10983633" cy="3298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80" b="0" i="1" baseline="0">
                <a:solidFill>
                  <a:schemeClr val="accent4"/>
                </a:solidFill>
                <a:latin typeface="Century Gothic"/>
                <a:cs typeface="Century Gothic"/>
              </a:defRPr>
            </a:lvl1pPr>
          </a:lstStyle>
          <a:p>
            <a:pPr>
              <a:lnSpc>
                <a:spcPct val="70000"/>
              </a:lnSpc>
            </a:pPr>
            <a:r>
              <a:rPr lang="en-US"/>
              <a:t>Subhead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25"/>
          </p:nvPr>
        </p:nvSpPr>
        <p:spPr>
          <a:xfrm>
            <a:off x="612946" y="1698399"/>
            <a:ext cx="10983633" cy="3999268"/>
          </a:xfrm>
          <a:prstGeom prst="rect">
            <a:avLst/>
          </a:prstGeom>
        </p:spPr>
        <p:txBody>
          <a:bodyPr lIns="57150" tIns="28575" rIns="57150" bIns="28575">
            <a:normAutofit/>
          </a:bodyPr>
          <a:lstStyle>
            <a:lvl1pPr marL="233166" indent="-233166" algn="l">
              <a:buClr>
                <a:schemeClr val="accent4"/>
              </a:buClr>
              <a:buFont typeface="Wingdings" charset="2"/>
              <a:buChar char="§"/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559294" indent="-175256" algn="l">
              <a:buClr>
                <a:schemeClr val="accent4"/>
              </a:buClr>
              <a:buFont typeface="Arial"/>
              <a:buChar char="•"/>
              <a:tabLst/>
              <a:defRPr sz="144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822939" marR="0" indent="-164588" algn="l" defTabSz="54862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Lucida Grande"/>
              <a:buChar char="-"/>
              <a:tabLst/>
              <a:defRPr sz="144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261840" indent="-164588" algn="l">
              <a:buClr>
                <a:schemeClr val="accent4"/>
              </a:buClr>
              <a:buFont typeface="Wingdings" charset="2"/>
              <a:buChar char="§"/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591016" indent="-164588" algn="l">
              <a:buClr>
                <a:schemeClr val="accent4"/>
              </a:buClr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418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 2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idx="26"/>
          </p:nvPr>
        </p:nvSpPr>
        <p:spPr>
          <a:xfrm>
            <a:off x="612946" y="1698399"/>
            <a:ext cx="5296332" cy="3999268"/>
          </a:xfrm>
          <a:prstGeom prst="rect">
            <a:avLst/>
          </a:prstGeom>
        </p:spPr>
        <p:txBody>
          <a:bodyPr lIns="57150" tIns="28575" rIns="57150" bIns="28575">
            <a:normAutofit/>
          </a:bodyPr>
          <a:lstStyle>
            <a:lvl1pPr marL="233166" indent="-233166" algn="l">
              <a:buClr>
                <a:schemeClr val="accent4"/>
              </a:buClr>
              <a:buFont typeface="Wingdings" charset="2"/>
              <a:buChar char="§"/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559294" indent="-175256" algn="l">
              <a:buClr>
                <a:schemeClr val="accent4"/>
              </a:buClr>
              <a:buFont typeface="Arial"/>
              <a:buChar char="•"/>
              <a:tabLst/>
              <a:defRPr sz="144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822939" marR="0" indent="-164588" algn="l" defTabSz="54862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Lucida Grande"/>
              <a:buChar char="-"/>
              <a:tabLst/>
              <a:defRPr sz="144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261840" indent="-164588" algn="l">
              <a:buClr>
                <a:schemeClr val="accent4"/>
              </a:buClr>
              <a:buFont typeface="Wingdings" charset="2"/>
              <a:buChar char="§"/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591016" indent="-164588" algn="l">
              <a:buClr>
                <a:schemeClr val="accent4"/>
              </a:buClr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27"/>
          </p:nvPr>
        </p:nvSpPr>
        <p:spPr>
          <a:xfrm>
            <a:off x="6300247" y="1698399"/>
            <a:ext cx="5296332" cy="3999268"/>
          </a:xfrm>
          <a:prstGeom prst="rect">
            <a:avLst/>
          </a:prstGeom>
        </p:spPr>
        <p:txBody>
          <a:bodyPr lIns="57150" tIns="28575" rIns="57150" bIns="28575">
            <a:normAutofit/>
          </a:bodyPr>
          <a:lstStyle>
            <a:lvl1pPr marL="233166" indent="-233166" algn="l">
              <a:buClr>
                <a:schemeClr val="accent4"/>
              </a:buClr>
              <a:buFont typeface="Wingdings" charset="2"/>
              <a:buChar char="§"/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559294" indent="-175256" algn="l">
              <a:buClr>
                <a:schemeClr val="accent4"/>
              </a:buClr>
              <a:buFont typeface="Arial"/>
              <a:buChar char="•"/>
              <a:tabLst/>
              <a:defRPr sz="144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822939" marR="0" indent="-164588" algn="l" defTabSz="54862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Lucida Grande"/>
              <a:buChar char="-"/>
              <a:tabLst/>
              <a:defRPr sz="144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261840" indent="-164588" algn="l">
              <a:buClr>
                <a:schemeClr val="accent4"/>
              </a:buClr>
              <a:buFont typeface="Wingdings" charset="2"/>
              <a:buChar char="§"/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591016" indent="-164588" algn="l">
              <a:buClr>
                <a:schemeClr val="accent4"/>
              </a:buClr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2C46C67-CAED-7A45-9F84-FE018995390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2946" y="348849"/>
            <a:ext cx="10983633" cy="56894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288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Slide Headline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A6D8F00-CEC0-0A42-9F1D-A03FD7648A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2948" y="920541"/>
            <a:ext cx="10983633" cy="3298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80" b="0" i="1" baseline="0">
                <a:solidFill>
                  <a:schemeClr val="accent4"/>
                </a:solidFill>
                <a:latin typeface="Century Gothic"/>
                <a:cs typeface="Century Gothic"/>
              </a:defRPr>
            </a:lvl1pPr>
          </a:lstStyle>
          <a:p>
            <a:pPr>
              <a:lnSpc>
                <a:spcPct val="70000"/>
              </a:lnSpc>
            </a:pPr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3403092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 3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25"/>
          </p:nvPr>
        </p:nvSpPr>
        <p:spPr>
          <a:xfrm>
            <a:off x="612946" y="1698399"/>
            <a:ext cx="3396137" cy="3999268"/>
          </a:xfrm>
          <a:prstGeom prst="rect">
            <a:avLst/>
          </a:prstGeom>
        </p:spPr>
        <p:txBody>
          <a:bodyPr lIns="57150" tIns="28575" rIns="57150" bIns="28575">
            <a:normAutofit/>
          </a:bodyPr>
          <a:lstStyle>
            <a:lvl1pPr marL="233166" indent="-233166" algn="l">
              <a:buClr>
                <a:schemeClr val="accent4"/>
              </a:buClr>
              <a:buFont typeface="Wingdings" charset="2"/>
              <a:buChar char="§"/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559294" indent="-175256" algn="l">
              <a:buClr>
                <a:schemeClr val="accent4"/>
              </a:buClr>
              <a:buFont typeface="Arial"/>
              <a:buChar char="•"/>
              <a:tabLst/>
              <a:defRPr sz="144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822939" marR="0" indent="-164588" algn="l" defTabSz="54862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Lucida Grande"/>
              <a:buChar char="-"/>
              <a:tabLst/>
              <a:defRPr sz="144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261840" indent="-164588" algn="l">
              <a:buClr>
                <a:schemeClr val="accent4"/>
              </a:buClr>
              <a:buFont typeface="Wingdings" charset="2"/>
              <a:buChar char="§"/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591016" indent="-164588" algn="l">
              <a:buClr>
                <a:schemeClr val="accent4"/>
              </a:buClr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27"/>
          </p:nvPr>
        </p:nvSpPr>
        <p:spPr>
          <a:xfrm>
            <a:off x="8200442" y="1698399"/>
            <a:ext cx="3396137" cy="3999268"/>
          </a:xfrm>
          <a:prstGeom prst="rect">
            <a:avLst/>
          </a:prstGeom>
        </p:spPr>
        <p:txBody>
          <a:bodyPr lIns="57150" tIns="28575" rIns="57150" bIns="28575">
            <a:normAutofit/>
          </a:bodyPr>
          <a:lstStyle>
            <a:lvl1pPr marL="233166" indent="-233166" algn="l">
              <a:buClr>
                <a:schemeClr val="accent4"/>
              </a:buClr>
              <a:buFont typeface="Wingdings" charset="2"/>
              <a:buChar char="§"/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559294" indent="-175256" algn="l">
              <a:buClr>
                <a:schemeClr val="accent4"/>
              </a:buClr>
              <a:buFont typeface="Arial"/>
              <a:buChar char="•"/>
              <a:tabLst/>
              <a:defRPr sz="144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822939" marR="0" indent="-164588" algn="l" defTabSz="54862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Lucida Grande"/>
              <a:buChar char="-"/>
              <a:tabLst/>
              <a:defRPr sz="144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261840" indent="-164588" algn="l">
              <a:buClr>
                <a:schemeClr val="accent4"/>
              </a:buClr>
              <a:buFont typeface="Wingdings" charset="2"/>
              <a:buChar char="§"/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591016" indent="-164588" algn="l">
              <a:buClr>
                <a:schemeClr val="accent4"/>
              </a:buClr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28"/>
          </p:nvPr>
        </p:nvSpPr>
        <p:spPr>
          <a:xfrm>
            <a:off x="4406693" y="1698399"/>
            <a:ext cx="3396137" cy="3999268"/>
          </a:xfrm>
          <a:prstGeom prst="rect">
            <a:avLst/>
          </a:prstGeom>
        </p:spPr>
        <p:txBody>
          <a:bodyPr lIns="57150" tIns="28575" rIns="57150" bIns="28575">
            <a:normAutofit/>
          </a:bodyPr>
          <a:lstStyle>
            <a:lvl1pPr marL="233166" indent="-233166" algn="l">
              <a:buClr>
                <a:schemeClr val="accent4"/>
              </a:buClr>
              <a:buFont typeface="Wingdings" charset="2"/>
              <a:buChar char="§"/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559294" indent="-175256" algn="l">
              <a:buClr>
                <a:schemeClr val="accent4"/>
              </a:buClr>
              <a:buFont typeface="Arial"/>
              <a:buChar char="•"/>
              <a:tabLst/>
              <a:defRPr sz="144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822939" marR="0" indent="-164588" algn="l" defTabSz="54862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Lucida Grande"/>
              <a:buChar char="-"/>
              <a:tabLst/>
              <a:defRPr sz="144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261840" indent="-164588" algn="l">
              <a:buClr>
                <a:schemeClr val="accent4"/>
              </a:buClr>
              <a:buFont typeface="Wingdings" charset="2"/>
              <a:buChar char="§"/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591016" indent="-164588" algn="l">
              <a:buClr>
                <a:schemeClr val="accent4"/>
              </a:buClr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9957B5AA-87B6-A34C-83B9-DFCD261C222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2946" y="348849"/>
            <a:ext cx="10983633" cy="56894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288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Slide Headline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FFEC950-050F-D744-B766-CC7A3BBD76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2948" y="920541"/>
            <a:ext cx="10983633" cy="3298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80" b="0" i="1" baseline="0">
                <a:solidFill>
                  <a:schemeClr val="accent4"/>
                </a:solidFill>
                <a:latin typeface="Century Gothic"/>
                <a:cs typeface="Century Gothic"/>
              </a:defRPr>
            </a:lvl1pPr>
          </a:lstStyle>
          <a:p>
            <a:pPr>
              <a:lnSpc>
                <a:spcPct val="70000"/>
              </a:lnSpc>
            </a:pPr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2302389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 4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25"/>
          </p:nvPr>
        </p:nvSpPr>
        <p:spPr>
          <a:xfrm>
            <a:off x="612946" y="1507715"/>
            <a:ext cx="5107212" cy="2220459"/>
          </a:xfrm>
          <a:prstGeom prst="rect">
            <a:avLst/>
          </a:prstGeom>
        </p:spPr>
        <p:txBody>
          <a:bodyPr lIns="57150" tIns="28575" rIns="57150" bIns="28575">
            <a:normAutofit/>
          </a:bodyPr>
          <a:lstStyle>
            <a:lvl1pPr marL="0" indent="0" algn="l">
              <a:buClr>
                <a:srgbClr val="00B0F0"/>
              </a:buClr>
              <a:buFont typeface="Wingdings" charset="2"/>
              <a:buNone/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559294" indent="-175256" algn="l">
              <a:buClr>
                <a:srgbClr val="00B0F0"/>
              </a:buClr>
              <a:buFont typeface="Arial"/>
              <a:buChar char="•"/>
              <a:tabLst/>
              <a:defRPr sz="1440" b="0" i="0" baseline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822939" marR="0" indent="-164588" algn="l" defTabSz="54862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B0F0"/>
              </a:buClr>
              <a:buSzTx/>
              <a:buFont typeface="Lucida Grande"/>
              <a:buChar char="-"/>
              <a:tabLst/>
              <a:defRPr sz="1440" b="0" i="0" baseline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261840" indent="-164588" algn="l">
              <a:buClr>
                <a:srgbClr val="00B0F0"/>
              </a:buClr>
              <a:buFont typeface="Wingdings" charset="2"/>
              <a:buChar char="§"/>
              <a:defRPr sz="1440" b="0" i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591016" indent="-164588" algn="l">
              <a:buClr>
                <a:srgbClr val="00B0F0"/>
              </a:buClr>
              <a:defRPr sz="1440" b="0" i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26"/>
          </p:nvPr>
        </p:nvSpPr>
        <p:spPr>
          <a:xfrm>
            <a:off x="612946" y="3834280"/>
            <a:ext cx="5107212" cy="2220459"/>
          </a:xfrm>
          <a:prstGeom prst="rect">
            <a:avLst/>
          </a:prstGeom>
        </p:spPr>
        <p:txBody>
          <a:bodyPr lIns="57150" tIns="28575" rIns="57150" bIns="28575">
            <a:normAutofit/>
          </a:bodyPr>
          <a:lstStyle>
            <a:lvl1pPr marL="0" indent="0" algn="l">
              <a:buClr>
                <a:srgbClr val="00B0F0"/>
              </a:buClr>
              <a:buFont typeface="Wingdings" charset="2"/>
              <a:buNone/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559294" indent="-175256" algn="l">
              <a:buClr>
                <a:srgbClr val="00B0F0"/>
              </a:buClr>
              <a:buFont typeface="Arial"/>
              <a:buChar char="•"/>
              <a:tabLst/>
              <a:defRPr sz="1440" b="0" i="0" baseline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822939" marR="0" indent="-164588" algn="l" defTabSz="54862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B0F0"/>
              </a:buClr>
              <a:buSzTx/>
              <a:buFont typeface="Lucida Grande"/>
              <a:buChar char="-"/>
              <a:tabLst/>
              <a:defRPr sz="1440" b="0" i="0" baseline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261840" indent="-164588" algn="l">
              <a:buClr>
                <a:srgbClr val="00B0F0"/>
              </a:buClr>
              <a:buFont typeface="Wingdings" charset="2"/>
              <a:buChar char="§"/>
              <a:defRPr sz="1440" b="0" i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591016" indent="-164588" algn="l">
              <a:buClr>
                <a:srgbClr val="00B0F0"/>
              </a:buClr>
              <a:defRPr sz="1440" b="0" i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27"/>
          </p:nvPr>
        </p:nvSpPr>
        <p:spPr>
          <a:xfrm>
            <a:off x="6013499" y="1507715"/>
            <a:ext cx="5583080" cy="4547023"/>
          </a:xfrm>
          <a:prstGeom prst="rect">
            <a:avLst/>
          </a:prstGeom>
        </p:spPr>
        <p:txBody>
          <a:bodyPr lIns="57150" tIns="28575" rIns="57150" bIns="28575">
            <a:normAutofit/>
          </a:bodyPr>
          <a:lstStyle>
            <a:lvl1pPr marL="0" indent="0" algn="l">
              <a:buClr>
                <a:srgbClr val="00B0F0"/>
              </a:buClr>
              <a:buFont typeface="Wingdings" charset="2"/>
              <a:buNone/>
              <a:defRPr sz="1440"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559294" indent="-175256" algn="l">
              <a:buClr>
                <a:srgbClr val="00B0F0"/>
              </a:buClr>
              <a:buFont typeface="Arial"/>
              <a:buChar char="•"/>
              <a:tabLst/>
              <a:defRPr sz="1440" b="0" i="0" baseline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822939" marR="0" indent="-164588" algn="l" defTabSz="54862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B0F0"/>
              </a:buClr>
              <a:buSzTx/>
              <a:buFont typeface="Lucida Grande"/>
              <a:buChar char="-"/>
              <a:tabLst/>
              <a:defRPr sz="1440" b="0" i="0" baseline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261840" indent="-164588" algn="l">
              <a:buClr>
                <a:srgbClr val="00B0F0"/>
              </a:buClr>
              <a:buFont typeface="Wingdings" charset="2"/>
              <a:buChar char="§"/>
              <a:defRPr sz="1440" b="0" i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591016" indent="-164588" algn="l">
              <a:buClr>
                <a:srgbClr val="00B0F0"/>
              </a:buClr>
              <a:defRPr sz="1440" b="0" i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986EA89-3E59-714A-AEDF-4A6F8DBA2C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2946" y="348849"/>
            <a:ext cx="10983633" cy="56894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288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Slide Headline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641FC25-ECB5-9C4E-831E-FAFAD943D9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2948" y="920541"/>
            <a:ext cx="10983633" cy="3298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80" b="0" i="1" baseline="0">
                <a:solidFill>
                  <a:schemeClr val="accent4"/>
                </a:solidFill>
                <a:latin typeface="Century Gothic"/>
                <a:cs typeface="Century Gothic"/>
              </a:defRPr>
            </a:lvl1pPr>
          </a:lstStyle>
          <a:p>
            <a:pPr>
              <a:lnSpc>
                <a:spcPct val="70000"/>
              </a:lnSpc>
            </a:pPr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860979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 5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12DA936-CFB0-754B-A8F6-002F73C3DB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2946" y="348849"/>
            <a:ext cx="10983633" cy="56894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288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Slide Headline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859449C-EE32-3E40-B41F-0751363597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2948" y="920541"/>
            <a:ext cx="10983633" cy="3298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80" b="0" i="1" baseline="0">
                <a:solidFill>
                  <a:schemeClr val="accent4"/>
                </a:solidFill>
                <a:latin typeface="Century Gothic"/>
                <a:cs typeface="Century Gothic"/>
              </a:defRPr>
            </a:lvl1pPr>
          </a:lstStyle>
          <a:p>
            <a:pPr>
              <a:lnSpc>
                <a:spcPct val="70000"/>
              </a:lnSpc>
            </a:pPr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631406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reak Page - Full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AB59AB16-9EAD-204B-ABF4-1E2D82DBE2E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2946" y="577566"/>
            <a:ext cx="10983633" cy="56894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None/>
              <a:defRPr sz="288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Slide Headline</a:t>
            </a:r>
          </a:p>
        </p:txBody>
      </p:sp>
    </p:spTree>
    <p:extLst>
      <p:ext uri="{BB962C8B-B14F-4D97-AF65-F5344CB8AC3E}">
        <p14:creationId xmlns:p14="http://schemas.microsoft.com/office/powerpoint/2010/main" val="832257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 1 - Full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1"/>
          <p:cNvSpPr>
            <a:spLocks noGrp="1"/>
          </p:cNvSpPr>
          <p:nvPr>
            <p:ph type="body" sz="quarter" idx="27" hasCustomPrompt="1"/>
          </p:nvPr>
        </p:nvSpPr>
        <p:spPr>
          <a:xfrm>
            <a:off x="612946" y="348849"/>
            <a:ext cx="10983633" cy="56894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2880" b="0" i="0" baseline="0">
                <a:solidFill>
                  <a:schemeClr val="accent1"/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Slide Headline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12948" y="920541"/>
            <a:ext cx="10983633" cy="3298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80" b="0" i="1" baseline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>
              <a:lnSpc>
                <a:spcPct val="70000"/>
              </a:lnSpc>
            </a:pPr>
            <a:r>
              <a:rPr lang="en-US"/>
              <a:t>Subhead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25"/>
          </p:nvPr>
        </p:nvSpPr>
        <p:spPr>
          <a:xfrm>
            <a:off x="612946" y="1698399"/>
            <a:ext cx="10983633" cy="3999268"/>
          </a:xfrm>
          <a:prstGeom prst="rect">
            <a:avLst/>
          </a:prstGeom>
        </p:spPr>
        <p:txBody>
          <a:bodyPr lIns="57150" tIns="28575" rIns="57150" bIns="28575">
            <a:normAutofit/>
          </a:bodyPr>
          <a:lstStyle>
            <a:lvl1pPr marL="233166" indent="-233166" algn="l">
              <a:buClr>
                <a:schemeClr val="accent1"/>
              </a:buClr>
              <a:buFont typeface="Wingdings" charset="2"/>
              <a:buChar char="§"/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559294" indent="-175256" algn="l">
              <a:buClr>
                <a:schemeClr val="accent1"/>
              </a:buClr>
              <a:buFont typeface="Arial"/>
              <a:buChar char="•"/>
              <a:tabLst/>
              <a:defRPr sz="1440" b="0" i="0" baseline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822939" marR="0" indent="-164588" algn="l" defTabSz="54862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Lucida Grande"/>
              <a:buChar char="-"/>
              <a:tabLst/>
              <a:defRPr sz="1440" b="0" i="0" baseline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261840" indent="-164588" algn="l">
              <a:buClr>
                <a:schemeClr val="accent1"/>
              </a:buClr>
              <a:buFont typeface="Wingdings" charset="2"/>
              <a:buChar char="§"/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591016" indent="-164588" algn="l">
              <a:buClr>
                <a:schemeClr val="accent1"/>
              </a:buClr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99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-2 Column - Full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idx="26"/>
          </p:nvPr>
        </p:nvSpPr>
        <p:spPr>
          <a:xfrm>
            <a:off x="612946" y="1698399"/>
            <a:ext cx="5296332" cy="3999268"/>
          </a:xfrm>
          <a:prstGeom prst="rect">
            <a:avLst/>
          </a:prstGeom>
        </p:spPr>
        <p:txBody>
          <a:bodyPr lIns="57150" tIns="28575" rIns="57150" bIns="28575">
            <a:normAutofit/>
          </a:bodyPr>
          <a:lstStyle>
            <a:lvl1pPr marL="233166" indent="-233166" algn="l">
              <a:buClr>
                <a:schemeClr val="accent1"/>
              </a:buClr>
              <a:buFont typeface="Wingdings" charset="2"/>
              <a:buChar char="§"/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559294" indent="-175256" algn="l">
              <a:buClr>
                <a:schemeClr val="accent1"/>
              </a:buClr>
              <a:buFont typeface="Arial"/>
              <a:buChar char="•"/>
              <a:tabLst/>
              <a:defRPr sz="1440" b="0" i="0" baseline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822939" marR="0" indent="-164588" algn="l" defTabSz="54862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Lucida Grande"/>
              <a:buChar char="-"/>
              <a:tabLst/>
              <a:defRPr sz="1440" b="0" i="0" baseline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261840" indent="-164588" algn="l">
              <a:buClr>
                <a:schemeClr val="accent1"/>
              </a:buClr>
              <a:buFont typeface="Wingdings" charset="2"/>
              <a:buChar char="§"/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591016" indent="-164588" algn="l">
              <a:buClr>
                <a:schemeClr val="accent1"/>
              </a:buClr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27"/>
          </p:nvPr>
        </p:nvSpPr>
        <p:spPr>
          <a:xfrm>
            <a:off x="6300247" y="1698399"/>
            <a:ext cx="5296332" cy="3999268"/>
          </a:xfrm>
          <a:prstGeom prst="rect">
            <a:avLst/>
          </a:prstGeom>
        </p:spPr>
        <p:txBody>
          <a:bodyPr lIns="57150" tIns="28575" rIns="57150" bIns="28575">
            <a:normAutofit/>
          </a:bodyPr>
          <a:lstStyle>
            <a:lvl1pPr marL="233166" indent="-233166" algn="l">
              <a:buClr>
                <a:schemeClr val="accent1"/>
              </a:buClr>
              <a:buFont typeface="Wingdings" charset="2"/>
              <a:buChar char="§"/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559294" indent="-175256" algn="l">
              <a:buClr>
                <a:schemeClr val="accent1"/>
              </a:buClr>
              <a:buFont typeface="Arial"/>
              <a:buChar char="•"/>
              <a:tabLst/>
              <a:defRPr sz="1440" b="0" i="0" baseline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822939" marR="0" indent="-164588" algn="l" defTabSz="54862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Lucida Grande"/>
              <a:buChar char="-"/>
              <a:tabLst/>
              <a:defRPr sz="1440" b="0" i="0" baseline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261840" indent="-164588" algn="l">
              <a:buClr>
                <a:schemeClr val="accent1"/>
              </a:buClr>
              <a:buFont typeface="Wingdings" charset="2"/>
              <a:buChar char="§"/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591016" indent="-164588" algn="l">
              <a:buClr>
                <a:schemeClr val="accent1"/>
              </a:buClr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CFC1749-5E60-A443-8E3C-81043131F2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2946" y="348849"/>
            <a:ext cx="10983633" cy="56894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2880" b="0" i="0" baseline="0">
                <a:solidFill>
                  <a:schemeClr val="accent1"/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Slide Headline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E027A6F-9D80-3448-9366-C34A718DE4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2948" y="920541"/>
            <a:ext cx="10983633" cy="3298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80" b="0" i="1" baseline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>
              <a:lnSpc>
                <a:spcPct val="70000"/>
              </a:lnSpc>
            </a:pPr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2949062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- 3 Column - Full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25"/>
          </p:nvPr>
        </p:nvSpPr>
        <p:spPr>
          <a:xfrm>
            <a:off x="612946" y="1698399"/>
            <a:ext cx="3396137" cy="3999268"/>
          </a:xfrm>
          <a:prstGeom prst="rect">
            <a:avLst/>
          </a:prstGeom>
        </p:spPr>
        <p:txBody>
          <a:bodyPr lIns="57150" tIns="28575" rIns="57150" bIns="28575">
            <a:normAutofit/>
          </a:bodyPr>
          <a:lstStyle>
            <a:lvl1pPr marL="233166" indent="-233166" algn="l">
              <a:buClr>
                <a:schemeClr val="accent1"/>
              </a:buClr>
              <a:buFont typeface="Wingdings" charset="2"/>
              <a:buChar char="§"/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559294" indent="-175256" algn="l">
              <a:buClr>
                <a:schemeClr val="accent1"/>
              </a:buClr>
              <a:buFont typeface="Arial"/>
              <a:buChar char="•"/>
              <a:tabLst/>
              <a:defRPr sz="1440" b="0" i="0" baseline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822939" marR="0" indent="-164588" algn="l" defTabSz="54862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Lucida Grande"/>
              <a:buChar char="-"/>
              <a:tabLst/>
              <a:defRPr sz="1440" b="0" i="0" baseline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261840" indent="-164588" algn="l">
              <a:buClr>
                <a:schemeClr val="accent1"/>
              </a:buClr>
              <a:buFont typeface="Wingdings" charset="2"/>
              <a:buChar char="§"/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591016" indent="-164588" algn="l">
              <a:buClr>
                <a:schemeClr val="accent1"/>
              </a:buClr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27"/>
          </p:nvPr>
        </p:nvSpPr>
        <p:spPr>
          <a:xfrm>
            <a:off x="8200442" y="1698399"/>
            <a:ext cx="3396137" cy="3999268"/>
          </a:xfrm>
          <a:prstGeom prst="rect">
            <a:avLst/>
          </a:prstGeom>
        </p:spPr>
        <p:txBody>
          <a:bodyPr lIns="57150" tIns="28575" rIns="57150" bIns="28575">
            <a:normAutofit/>
          </a:bodyPr>
          <a:lstStyle>
            <a:lvl1pPr marL="233166" indent="-233166" algn="l">
              <a:buClr>
                <a:schemeClr val="accent1"/>
              </a:buClr>
              <a:buFont typeface="Wingdings" charset="2"/>
              <a:buChar char="§"/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559294" indent="-175256" algn="l">
              <a:buClr>
                <a:schemeClr val="accent1"/>
              </a:buClr>
              <a:buFont typeface="Arial"/>
              <a:buChar char="•"/>
              <a:tabLst/>
              <a:defRPr sz="1440" b="0" i="0" baseline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822939" marR="0" indent="-164588" algn="l" defTabSz="54862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Lucida Grande"/>
              <a:buChar char="-"/>
              <a:tabLst/>
              <a:defRPr sz="1440" b="0" i="0" baseline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261840" indent="-164588" algn="l">
              <a:buClr>
                <a:schemeClr val="accent1"/>
              </a:buClr>
              <a:buFont typeface="Wingdings" charset="2"/>
              <a:buChar char="§"/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591016" indent="-164588" algn="l">
              <a:buClr>
                <a:schemeClr val="accent1"/>
              </a:buClr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28"/>
          </p:nvPr>
        </p:nvSpPr>
        <p:spPr>
          <a:xfrm>
            <a:off x="4406693" y="1698399"/>
            <a:ext cx="3396137" cy="3999268"/>
          </a:xfrm>
          <a:prstGeom prst="rect">
            <a:avLst/>
          </a:prstGeom>
        </p:spPr>
        <p:txBody>
          <a:bodyPr lIns="57150" tIns="28575" rIns="57150" bIns="28575">
            <a:normAutofit/>
          </a:bodyPr>
          <a:lstStyle>
            <a:lvl1pPr marL="233166" indent="-233166" algn="l">
              <a:buClr>
                <a:schemeClr val="accent1"/>
              </a:buClr>
              <a:buFont typeface="Wingdings" charset="2"/>
              <a:buChar char="§"/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559294" indent="-175256" algn="l">
              <a:buClr>
                <a:schemeClr val="accent1"/>
              </a:buClr>
              <a:buFont typeface="Arial"/>
              <a:buChar char="•"/>
              <a:tabLst/>
              <a:defRPr sz="1440" b="0" i="0" baseline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822939" marR="0" indent="-164588" algn="l" defTabSz="54862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Lucida Grande"/>
              <a:buChar char="-"/>
              <a:tabLst/>
              <a:defRPr sz="1440" b="0" i="0" baseline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261840" indent="-164588" algn="l">
              <a:buClr>
                <a:schemeClr val="accent1"/>
              </a:buClr>
              <a:buFont typeface="Wingdings" charset="2"/>
              <a:buChar char="§"/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591016" indent="-164588" algn="l">
              <a:buClr>
                <a:schemeClr val="accent1"/>
              </a:buClr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B2840EC-48D0-6649-8C99-010AAD1D63B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2946" y="348849"/>
            <a:ext cx="10983633" cy="56894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2880" b="0" i="0" baseline="0">
                <a:solidFill>
                  <a:schemeClr val="accent1"/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Slide Headline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ED5A962-14C4-EA42-B300-0C554550A7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2948" y="920541"/>
            <a:ext cx="10983633" cy="3298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80" b="0" i="1" baseline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>
              <a:lnSpc>
                <a:spcPct val="70000"/>
              </a:lnSpc>
            </a:pPr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3445616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- 3 Column 2- Full Col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25"/>
          </p:nvPr>
        </p:nvSpPr>
        <p:spPr>
          <a:xfrm>
            <a:off x="612946" y="1507715"/>
            <a:ext cx="5107212" cy="2220459"/>
          </a:xfrm>
          <a:prstGeom prst="rect">
            <a:avLst/>
          </a:prstGeom>
        </p:spPr>
        <p:txBody>
          <a:bodyPr lIns="57150" tIns="28575" rIns="57150" bIns="28575">
            <a:normAutofit/>
          </a:bodyPr>
          <a:lstStyle>
            <a:lvl1pPr marL="0" indent="0" algn="l">
              <a:buClr>
                <a:srgbClr val="00B0F0"/>
              </a:buClr>
              <a:buFontTx/>
              <a:buNone/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559294" indent="-175256" algn="l">
              <a:buClr>
                <a:srgbClr val="00B0F0"/>
              </a:buClr>
              <a:buFont typeface="Arial"/>
              <a:buChar char="•"/>
              <a:tabLst/>
              <a:defRPr sz="1440" b="0" i="0" baseline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822939" marR="0" indent="-164588" algn="l" defTabSz="54862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B0F0"/>
              </a:buClr>
              <a:buSzTx/>
              <a:buFont typeface="Lucida Grande"/>
              <a:buChar char="-"/>
              <a:tabLst/>
              <a:defRPr sz="1440" b="0" i="0" baseline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261840" indent="-164588" algn="l">
              <a:buClr>
                <a:srgbClr val="00B0F0"/>
              </a:buClr>
              <a:buFont typeface="Wingdings" charset="2"/>
              <a:buChar char="§"/>
              <a:defRPr sz="1440" b="0" i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591016" indent="-164588" algn="l">
              <a:buClr>
                <a:srgbClr val="00B0F0"/>
              </a:buClr>
              <a:defRPr sz="1440" b="0" i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26"/>
          </p:nvPr>
        </p:nvSpPr>
        <p:spPr>
          <a:xfrm>
            <a:off x="612946" y="3834280"/>
            <a:ext cx="5107212" cy="2220459"/>
          </a:xfrm>
          <a:prstGeom prst="rect">
            <a:avLst/>
          </a:prstGeom>
        </p:spPr>
        <p:txBody>
          <a:bodyPr lIns="57150" tIns="28575" rIns="57150" bIns="28575">
            <a:normAutofit/>
          </a:bodyPr>
          <a:lstStyle>
            <a:lvl1pPr marL="0" indent="0" algn="l">
              <a:buClr>
                <a:srgbClr val="00B0F0"/>
              </a:buClr>
              <a:buFontTx/>
              <a:buNone/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559294" indent="-175256" algn="l">
              <a:buClr>
                <a:srgbClr val="00B0F0"/>
              </a:buClr>
              <a:buFont typeface="Arial"/>
              <a:buChar char="•"/>
              <a:tabLst/>
              <a:defRPr sz="1440" b="0" i="0" baseline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822939" marR="0" indent="-164588" algn="l" defTabSz="54862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B0F0"/>
              </a:buClr>
              <a:buSzTx/>
              <a:buFont typeface="Lucida Grande"/>
              <a:buChar char="-"/>
              <a:tabLst/>
              <a:defRPr sz="1440" b="0" i="0" baseline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261840" indent="-164588" algn="l">
              <a:buClr>
                <a:srgbClr val="00B0F0"/>
              </a:buClr>
              <a:buFont typeface="Wingdings" charset="2"/>
              <a:buChar char="§"/>
              <a:defRPr sz="1440" b="0" i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591016" indent="-164588" algn="l">
              <a:buClr>
                <a:srgbClr val="00B0F0"/>
              </a:buClr>
              <a:defRPr sz="1440" b="0" i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27"/>
          </p:nvPr>
        </p:nvSpPr>
        <p:spPr>
          <a:xfrm>
            <a:off x="6013499" y="1507715"/>
            <a:ext cx="5583080" cy="4547023"/>
          </a:xfrm>
          <a:prstGeom prst="rect">
            <a:avLst/>
          </a:prstGeom>
        </p:spPr>
        <p:txBody>
          <a:bodyPr lIns="57150" tIns="28575" rIns="57150" bIns="28575">
            <a:normAutofit/>
          </a:bodyPr>
          <a:lstStyle>
            <a:lvl1pPr marL="0" indent="0" algn="l">
              <a:buClr>
                <a:srgbClr val="00B0F0"/>
              </a:buClr>
              <a:buFontTx/>
              <a:buNone/>
              <a:defRPr sz="1440" b="0" i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559294" indent="-175256" algn="l">
              <a:buClr>
                <a:srgbClr val="00B0F0"/>
              </a:buClr>
              <a:buFont typeface="Arial"/>
              <a:buChar char="•"/>
              <a:tabLst/>
              <a:defRPr sz="1440" b="0" i="0" baseline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822939" marR="0" indent="-164588" algn="l" defTabSz="54862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B0F0"/>
              </a:buClr>
              <a:buSzTx/>
              <a:buFont typeface="Lucida Grande"/>
              <a:buChar char="-"/>
              <a:tabLst/>
              <a:defRPr sz="1440" b="0" i="0" baseline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261840" indent="-164588" algn="l">
              <a:buClr>
                <a:srgbClr val="00B0F0"/>
              </a:buClr>
              <a:buFont typeface="Wingdings" charset="2"/>
              <a:buChar char="§"/>
              <a:defRPr sz="1440" b="0" i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591016" indent="-164588" algn="l">
              <a:buClr>
                <a:srgbClr val="00B0F0"/>
              </a:buClr>
              <a:defRPr sz="1440" b="0" i="0">
                <a:solidFill>
                  <a:schemeClr val="tx2">
                    <a:lumMod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B0FB090-8C71-FA4D-90C1-193928F81B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2946" y="348849"/>
            <a:ext cx="10983633" cy="56894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2880" b="0" i="0" baseline="0">
                <a:solidFill>
                  <a:schemeClr val="accent1"/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Slide Headline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8569421-811D-9546-ABE4-0190B6D4DE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2948" y="920541"/>
            <a:ext cx="10983633" cy="3298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80" b="0" i="1" baseline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>
              <a:lnSpc>
                <a:spcPct val="70000"/>
              </a:lnSpc>
            </a:pPr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2808182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 5 - Full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121C2367-3E22-2044-87C9-76638700572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2946" y="348849"/>
            <a:ext cx="10983633" cy="56894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2880" b="0" i="0" baseline="0">
                <a:solidFill>
                  <a:schemeClr val="accent1"/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Slide Headline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4FF4462-729C-9049-9C8A-48DEF88CFE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2948" y="920541"/>
            <a:ext cx="10983633" cy="3298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80" b="0" i="1" baseline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>
              <a:lnSpc>
                <a:spcPct val="70000"/>
              </a:lnSpc>
            </a:pPr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34467657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 6 - Full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C840126-F797-6B41-B4C4-BC681936FCBC}"/>
              </a:ext>
            </a:extLst>
          </p:cNvPr>
          <p:cNvSpPr txBox="1"/>
          <p:nvPr/>
        </p:nvSpPr>
        <p:spPr>
          <a:xfrm>
            <a:off x="164286" y="6536844"/>
            <a:ext cx="406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34E10CC-F95B-7D47-A17F-93A4DFBBE657}" type="slidenum">
              <a:rPr lang="en-US" sz="900">
                <a:solidFill>
                  <a:schemeClr val="bg1"/>
                </a:solidFill>
                <a:latin typeface="+mn-lt"/>
                <a:ea typeface="Century" charset="0"/>
                <a:cs typeface="Century" charset="0"/>
              </a:rPr>
              <a:pPr algn="ctr"/>
              <a:t>‹#›</a:t>
            </a:fld>
            <a:endParaRPr lang="en-US" sz="900">
              <a:solidFill>
                <a:schemeClr val="bg1"/>
              </a:solidFill>
              <a:latin typeface="+mn-lt"/>
              <a:ea typeface="Century" charset="0"/>
              <a:cs typeface="Century" charset="0"/>
            </a:endParaRP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68820FBC-C74C-B64F-81F6-C6F1C0881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1237" y="6593150"/>
            <a:ext cx="7139500" cy="1472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2316F34-D942-ED49-A8C8-400A8BEBB05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2946" y="577566"/>
            <a:ext cx="10983633" cy="56894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None/>
              <a:defRPr sz="2880" b="0" i="0" baseline="0">
                <a:solidFill>
                  <a:schemeClr val="accent1"/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Slide Headline</a:t>
            </a:r>
          </a:p>
        </p:txBody>
      </p:sp>
    </p:spTree>
    <p:extLst>
      <p:ext uri="{BB962C8B-B14F-4D97-AF65-F5344CB8AC3E}">
        <p14:creationId xmlns:p14="http://schemas.microsoft.com/office/powerpoint/2010/main" val="33114546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reak Page - Full Color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person sitting on a couch&#10;&#10;Description automatically generated">
            <a:extLst>
              <a:ext uri="{FF2B5EF4-FFF2-40B4-BE49-F238E27FC236}">
                <a16:creationId xmlns:a16="http://schemas.microsoft.com/office/drawing/2014/main" id="{E5E4B47D-6DDC-C803-8BC6-9C56FC042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picture containing icon&#10;&#10;Description automatically generated">
            <a:extLst>
              <a:ext uri="{FF2B5EF4-FFF2-40B4-BE49-F238E27FC236}">
                <a16:creationId xmlns:a16="http://schemas.microsoft.com/office/drawing/2014/main" id="{EE44C5EA-9295-8286-98C4-8ED13BDB4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840126-F797-6B41-B4C4-BC681936FCBC}"/>
              </a:ext>
            </a:extLst>
          </p:cNvPr>
          <p:cNvSpPr txBox="1"/>
          <p:nvPr/>
        </p:nvSpPr>
        <p:spPr>
          <a:xfrm>
            <a:off x="164286" y="6536844"/>
            <a:ext cx="406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34E10CC-F95B-7D47-A17F-93A4DFBBE657}" type="slidenum">
              <a:rPr lang="en-US" sz="900">
                <a:solidFill>
                  <a:schemeClr val="bg1"/>
                </a:solidFill>
                <a:latin typeface="+mn-lt"/>
                <a:ea typeface="Century" charset="0"/>
                <a:cs typeface="Century" charset="0"/>
              </a:rPr>
              <a:pPr algn="ctr"/>
              <a:t>‹#›</a:t>
            </a:fld>
            <a:endParaRPr lang="en-US" sz="900">
              <a:solidFill>
                <a:schemeClr val="bg1"/>
              </a:solidFill>
              <a:latin typeface="+mn-lt"/>
              <a:ea typeface="Century" charset="0"/>
              <a:cs typeface="Century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CD50A0A-04F2-1815-CB54-0364AB8051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50720" y="3039640"/>
            <a:ext cx="8253984" cy="5681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None/>
              <a:defRPr sz="3120" b="0" i="0" baseline="0">
                <a:solidFill>
                  <a:schemeClr val="bg1"/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Slide Headline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4EF2973-2EEE-6475-D504-4465E7FF39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0723" y="3658423"/>
            <a:ext cx="8253984" cy="3298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80" b="0" i="1" baseline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>
              <a:lnSpc>
                <a:spcPct val="70000"/>
              </a:lnSpc>
            </a:pPr>
            <a:r>
              <a:rPr lang="en-US"/>
              <a:t>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0AA77-7A8D-3269-4605-CB2DB482B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1237" y="6593150"/>
            <a:ext cx="3373235" cy="1776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5" name="Picture 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42549BA4-A34F-4DA6-6D2E-E67DB8FD9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0753" y="6047026"/>
            <a:ext cx="1833923" cy="9169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D0FB62-2DE6-3FA3-F239-129BB6F96D1C}"/>
              </a:ext>
            </a:extLst>
          </p:cNvPr>
          <p:cNvSpPr txBox="1"/>
          <p:nvPr/>
        </p:nvSpPr>
        <p:spPr>
          <a:xfrm>
            <a:off x="5083061" y="6536845"/>
            <a:ext cx="2249307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" b="0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© 2024 </a:t>
            </a:r>
            <a:r>
              <a:rPr lang="en-US" sz="720" b="0" i="0" u="none" strike="noStrike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Xperi</a:t>
            </a:r>
            <a:r>
              <a:rPr lang="en-US" sz="720" b="0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. All rights reserved.</a:t>
            </a:r>
            <a:endParaRPr lang="en-US" sz="720" b="0">
              <a:solidFill>
                <a:schemeClr val="bg1"/>
              </a:solidFill>
              <a:latin typeface="+mn-lt"/>
              <a:ea typeface="Century" charset="0"/>
              <a:cs typeface="Centur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1413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 Page - Full Color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EA7C13B0-BA3E-A239-615B-876CAB21A41A}"/>
              </a:ext>
            </a:extLst>
          </p:cNvPr>
          <p:cNvSpPr/>
          <p:nvPr/>
        </p:nvSpPr>
        <p:spPr>
          <a:xfrm>
            <a:off x="10133672" y="579191"/>
            <a:ext cx="2063952" cy="5926316"/>
          </a:xfrm>
          <a:custGeom>
            <a:avLst/>
            <a:gdLst>
              <a:gd name="connsiteX0" fmla="*/ 1547964 w 1547964"/>
              <a:gd name="connsiteY0" fmla="*/ 0 h 4444737"/>
              <a:gd name="connsiteX1" fmla="*/ 1547964 w 1547964"/>
              <a:gd name="connsiteY1" fmla="*/ 4444737 h 4444737"/>
              <a:gd name="connsiteX2" fmla="*/ 476875 w 1547964"/>
              <a:gd name="connsiteY2" fmla="*/ 3373648 h 4444737"/>
              <a:gd name="connsiteX3" fmla="*/ 476875 w 1547964"/>
              <a:gd name="connsiteY3" fmla="*/ 1071089 h 4444737"/>
              <a:gd name="connsiteX4" fmla="*/ 1547964 w 1547964"/>
              <a:gd name="connsiteY4" fmla="*/ 0 h 4444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7964" h="4444737">
                <a:moveTo>
                  <a:pt x="1547964" y="0"/>
                </a:moveTo>
                <a:lnTo>
                  <a:pt x="1547964" y="4444737"/>
                </a:lnTo>
                <a:lnTo>
                  <a:pt x="476875" y="3373648"/>
                </a:lnTo>
                <a:cubicBezTo>
                  <a:pt x="-158959" y="2737814"/>
                  <a:pt x="-158959" y="1706923"/>
                  <a:pt x="476875" y="1071089"/>
                </a:cubicBezTo>
                <a:lnTo>
                  <a:pt x="1547964" y="0"/>
                </a:lnTo>
                <a:close/>
              </a:path>
            </a:pathLst>
          </a:custGeom>
          <a:gradFill flip="none" rotWithShape="1">
            <a:gsLst>
              <a:gs pos="34000">
                <a:srgbClr val="5319AC"/>
              </a:gs>
              <a:gs pos="77000">
                <a:srgbClr val="771E9B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37446527-FCC6-D374-3EEA-67332DA22551}"/>
              </a:ext>
            </a:extLst>
          </p:cNvPr>
          <p:cNvSpPr/>
          <p:nvPr/>
        </p:nvSpPr>
        <p:spPr>
          <a:xfrm>
            <a:off x="4072360" y="0"/>
            <a:ext cx="4126549" cy="1243544"/>
          </a:xfrm>
          <a:custGeom>
            <a:avLst/>
            <a:gdLst>
              <a:gd name="connsiteX0" fmla="*/ 0 w 3094912"/>
              <a:gd name="connsiteY0" fmla="*/ 0 h 932658"/>
              <a:gd name="connsiteX1" fmla="*/ 3094912 w 3094912"/>
              <a:gd name="connsiteY1" fmla="*/ 0 h 932658"/>
              <a:gd name="connsiteX2" fmla="*/ 2596981 w 3094912"/>
              <a:gd name="connsiteY2" fmla="*/ 497931 h 932658"/>
              <a:gd name="connsiteX3" fmla="*/ 497931 w 3094912"/>
              <a:gd name="connsiteY3" fmla="*/ 497931 h 932658"/>
              <a:gd name="connsiteX4" fmla="*/ 0 w 3094912"/>
              <a:gd name="connsiteY4" fmla="*/ 0 h 932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4912" h="932658">
                <a:moveTo>
                  <a:pt x="0" y="0"/>
                </a:moveTo>
                <a:lnTo>
                  <a:pt x="3094912" y="0"/>
                </a:lnTo>
                <a:lnTo>
                  <a:pt x="2596981" y="497931"/>
                </a:lnTo>
                <a:cubicBezTo>
                  <a:pt x="2017344" y="1077567"/>
                  <a:pt x="1077568" y="1077567"/>
                  <a:pt x="497931" y="497931"/>
                </a:cubicBez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9CE976C5-B612-D791-4279-0E604EE8E18B}"/>
              </a:ext>
            </a:extLst>
          </p:cNvPr>
          <p:cNvSpPr/>
          <p:nvPr/>
        </p:nvSpPr>
        <p:spPr>
          <a:xfrm rot="18900000">
            <a:off x="4743512" y="5401681"/>
            <a:ext cx="2930651" cy="2930651"/>
          </a:xfrm>
          <a:custGeom>
            <a:avLst/>
            <a:gdLst>
              <a:gd name="connsiteX0" fmla="*/ 1775224 w 2197988"/>
              <a:gd name="connsiteY0" fmla="*/ 422764 h 2197988"/>
              <a:gd name="connsiteX1" fmla="*/ 2197988 w 2197988"/>
              <a:gd name="connsiteY1" fmla="*/ 1443404 h 2197988"/>
              <a:gd name="connsiteX2" fmla="*/ 2197988 w 2197988"/>
              <a:gd name="connsiteY2" fmla="*/ 2197988 h 2197988"/>
              <a:gd name="connsiteX3" fmla="*/ 0 w 2197988"/>
              <a:gd name="connsiteY3" fmla="*/ 0 h 2197988"/>
              <a:gd name="connsiteX4" fmla="*/ 754583 w 2197988"/>
              <a:gd name="connsiteY4" fmla="*/ 0 h 2197988"/>
              <a:gd name="connsiteX5" fmla="*/ 1775224 w 2197988"/>
              <a:gd name="connsiteY5" fmla="*/ 422764 h 2197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7988" h="2197988">
                <a:moveTo>
                  <a:pt x="1775224" y="422764"/>
                </a:moveTo>
                <a:cubicBezTo>
                  <a:pt x="2036429" y="683968"/>
                  <a:pt x="2197987" y="1044819"/>
                  <a:pt x="2197988" y="1443404"/>
                </a:cubicBezTo>
                <a:lnTo>
                  <a:pt x="2197988" y="2197988"/>
                </a:lnTo>
                <a:lnTo>
                  <a:pt x="0" y="0"/>
                </a:lnTo>
                <a:lnTo>
                  <a:pt x="754583" y="0"/>
                </a:lnTo>
                <a:cubicBezTo>
                  <a:pt x="1153168" y="0"/>
                  <a:pt x="1514019" y="161558"/>
                  <a:pt x="1775224" y="422764"/>
                </a:cubicBezTo>
                <a:close/>
              </a:path>
            </a:pathLst>
          </a:custGeom>
          <a:gradFill flip="none" rotWithShape="1">
            <a:gsLst>
              <a:gs pos="35000">
                <a:srgbClr val="B3277E"/>
              </a:gs>
              <a:gs pos="61000">
                <a:srgbClr val="D72B6A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8E6CCDF6-9ADB-1013-A8C5-F10D67EEA611}"/>
              </a:ext>
            </a:extLst>
          </p:cNvPr>
          <p:cNvSpPr/>
          <p:nvPr/>
        </p:nvSpPr>
        <p:spPr>
          <a:xfrm>
            <a:off x="-1" y="668868"/>
            <a:ext cx="1998415" cy="5804243"/>
          </a:xfrm>
          <a:custGeom>
            <a:avLst/>
            <a:gdLst>
              <a:gd name="connsiteX0" fmla="*/ 0 w 1490073"/>
              <a:gd name="connsiteY0" fmla="*/ 0 h 4328955"/>
              <a:gd name="connsiteX1" fmla="*/ 1013198 w 1490073"/>
              <a:gd name="connsiteY1" fmla="*/ 1013198 h 4328955"/>
              <a:gd name="connsiteX2" fmla="*/ 1013198 w 1490073"/>
              <a:gd name="connsiteY2" fmla="*/ 3315757 h 4328955"/>
              <a:gd name="connsiteX3" fmla="*/ 0 w 1490073"/>
              <a:gd name="connsiteY3" fmla="*/ 4328955 h 4328955"/>
              <a:gd name="connsiteX4" fmla="*/ 0 w 1490073"/>
              <a:gd name="connsiteY4" fmla="*/ 0 h 4328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073" h="4328955">
                <a:moveTo>
                  <a:pt x="0" y="0"/>
                </a:moveTo>
                <a:lnTo>
                  <a:pt x="1013198" y="1013198"/>
                </a:lnTo>
                <a:cubicBezTo>
                  <a:pt x="1649032" y="1649032"/>
                  <a:pt x="1649032" y="2679923"/>
                  <a:pt x="1013198" y="3315757"/>
                </a:cubicBezTo>
                <a:lnTo>
                  <a:pt x="0" y="4328955"/>
                </a:lnTo>
                <a:lnTo>
                  <a:pt x="0" y="0"/>
                </a:lnTo>
                <a:close/>
              </a:path>
            </a:pathLst>
          </a:custGeom>
          <a:solidFill>
            <a:srgbClr val="531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17" name="Picture Placeholder 113">
            <a:extLst>
              <a:ext uri="{FF2B5EF4-FFF2-40B4-BE49-F238E27FC236}">
                <a16:creationId xmlns:a16="http://schemas.microsoft.com/office/drawing/2014/main" id="{2D6DD41A-1A21-2629-9099-639241FE768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540"/>
            <a:ext cx="12192000" cy="6866467"/>
          </a:xfrm>
          <a:custGeom>
            <a:avLst/>
            <a:gdLst>
              <a:gd name="connsiteX0" fmla="*/ 0 w 9144000"/>
              <a:gd name="connsiteY0" fmla="*/ 0 h 5149850"/>
              <a:gd name="connsiteX1" fmla="*/ 3054270 w 9144000"/>
              <a:gd name="connsiteY1" fmla="*/ 0 h 5149850"/>
              <a:gd name="connsiteX2" fmla="*/ 3552201 w 9144000"/>
              <a:gd name="connsiteY2" fmla="*/ 497931 h 5149850"/>
              <a:gd name="connsiteX3" fmla="*/ 5651251 w 9144000"/>
              <a:gd name="connsiteY3" fmla="*/ 497931 h 5149850"/>
              <a:gd name="connsiteX4" fmla="*/ 6149182 w 9144000"/>
              <a:gd name="connsiteY4" fmla="*/ 0 h 5149850"/>
              <a:gd name="connsiteX5" fmla="*/ 9144000 w 9144000"/>
              <a:gd name="connsiteY5" fmla="*/ 0 h 5149850"/>
              <a:gd name="connsiteX6" fmla="*/ 9144000 w 9144000"/>
              <a:gd name="connsiteY6" fmla="*/ 451311 h 5149850"/>
              <a:gd name="connsiteX7" fmla="*/ 8089829 w 9144000"/>
              <a:gd name="connsiteY7" fmla="*/ 1505482 h 5149850"/>
              <a:gd name="connsiteX8" fmla="*/ 8089829 w 9144000"/>
              <a:gd name="connsiteY8" fmla="*/ 3808041 h 5149850"/>
              <a:gd name="connsiteX9" fmla="*/ 9144000 w 9144000"/>
              <a:gd name="connsiteY9" fmla="*/ 4862212 h 5149850"/>
              <a:gd name="connsiteX10" fmla="*/ 9144000 w 9144000"/>
              <a:gd name="connsiteY10" fmla="*/ 5149850 h 5149850"/>
              <a:gd name="connsiteX11" fmla="*/ 6210435 w 9144000"/>
              <a:gd name="connsiteY11" fmla="*/ 5149850 h 5149850"/>
              <a:gd name="connsiteX12" fmla="*/ 5677269 w 9144000"/>
              <a:gd name="connsiteY12" fmla="*/ 4616684 h 5149850"/>
              <a:gd name="connsiteX13" fmla="*/ 4656628 w 9144000"/>
              <a:gd name="connsiteY13" fmla="*/ 4193921 h 5149850"/>
              <a:gd name="connsiteX14" fmla="*/ 3635987 w 9144000"/>
              <a:gd name="connsiteY14" fmla="*/ 4616684 h 5149850"/>
              <a:gd name="connsiteX15" fmla="*/ 3102821 w 9144000"/>
              <a:gd name="connsiteY15" fmla="*/ 5149850 h 5149850"/>
              <a:gd name="connsiteX16" fmla="*/ 0 w 9144000"/>
              <a:gd name="connsiteY16" fmla="*/ 5149850 h 5149850"/>
              <a:gd name="connsiteX17" fmla="*/ 0 w 9144000"/>
              <a:gd name="connsiteY17" fmla="*/ 4835782 h 5149850"/>
              <a:gd name="connsiteX18" fmla="*/ 1013198 w 9144000"/>
              <a:gd name="connsiteY18" fmla="*/ 3822584 h 5149850"/>
              <a:gd name="connsiteX19" fmla="*/ 1013198 w 9144000"/>
              <a:gd name="connsiteY19" fmla="*/ 1520025 h 5149850"/>
              <a:gd name="connsiteX20" fmla="*/ 0 w 9144000"/>
              <a:gd name="connsiteY20" fmla="*/ 506827 h 514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144000" h="5149850">
                <a:moveTo>
                  <a:pt x="0" y="0"/>
                </a:moveTo>
                <a:lnTo>
                  <a:pt x="3054270" y="0"/>
                </a:lnTo>
                <a:lnTo>
                  <a:pt x="3552201" y="497931"/>
                </a:lnTo>
                <a:cubicBezTo>
                  <a:pt x="4131838" y="1077567"/>
                  <a:pt x="5071614" y="1077567"/>
                  <a:pt x="5651251" y="497931"/>
                </a:cubicBezTo>
                <a:lnTo>
                  <a:pt x="6149182" y="0"/>
                </a:lnTo>
                <a:lnTo>
                  <a:pt x="9144000" y="0"/>
                </a:lnTo>
                <a:lnTo>
                  <a:pt x="9144000" y="451311"/>
                </a:lnTo>
                <a:lnTo>
                  <a:pt x="8089829" y="1505482"/>
                </a:lnTo>
                <a:cubicBezTo>
                  <a:pt x="7453995" y="2141316"/>
                  <a:pt x="7453995" y="3172207"/>
                  <a:pt x="8089829" y="3808041"/>
                </a:cubicBezTo>
                <a:lnTo>
                  <a:pt x="9144000" y="4862212"/>
                </a:lnTo>
                <a:lnTo>
                  <a:pt x="9144000" y="5149850"/>
                </a:lnTo>
                <a:lnTo>
                  <a:pt x="6210435" y="5149850"/>
                </a:lnTo>
                <a:lnTo>
                  <a:pt x="5677269" y="4616684"/>
                </a:lnTo>
                <a:cubicBezTo>
                  <a:pt x="5395426" y="4334842"/>
                  <a:pt x="5026027" y="4193921"/>
                  <a:pt x="4656628" y="4193921"/>
                </a:cubicBezTo>
                <a:cubicBezTo>
                  <a:pt x="4287228" y="4193921"/>
                  <a:pt x="3917829" y="4334842"/>
                  <a:pt x="3635987" y="4616684"/>
                </a:cubicBezTo>
                <a:lnTo>
                  <a:pt x="3102821" y="5149850"/>
                </a:lnTo>
                <a:lnTo>
                  <a:pt x="0" y="5149850"/>
                </a:lnTo>
                <a:lnTo>
                  <a:pt x="0" y="4835782"/>
                </a:lnTo>
                <a:lnTo>
                  <a:pt x="1013198" y="3822584"/>
                </a:lnTo>
                <a:cubicBezTo>
                  <a:pt x="1649032" y="3186750"/>
                  <a:pt x="1649032" y="2155859"/>
                  <a:pt x="1013198" y="1520025"/>
                </a:cubicBezTo>
                <a:lnTo>
                  <a:pt x="0" y="50682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2667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840126-F797-6B41-B4C4-BC681936FCBC}"/>
              </a:ext>
            </a:extLst>
          </p:cNvPr>
          <p:cNvSpPr txBox="1"/>
          <p:nvPr/>
        </p:nvSpPr>
        <p:spPr>
          <a:xfrm>
            <a:off x="164286" y="6536844"/>
            <a:ext cx="406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34E10CC-F95B-7D47-A17F-93A4DFBBE657}" type="slidenum">
              <a:rPr lang="en-US" sz="900">
                <a:solidFill>
                  <a:schemeClr val="bg1"/>
                </a:solidFill>
                <a:latin typeface="+mn-lt"/>
                <a:ea typeface="Century" charset="0"/>
                <a:cs typeface="Century" charset="0"/>
              </a:rPr>
              <a:pPr algn="ctr"/>
              <a:t>‹#›</a:t>
            </a:fld>
            <a:endParaRPr lang="en-US" sz="900">
              <a:solidFill>
                <a:schemeClr val="bg1"/>
              </a:solidFill>
              <a:latin typeface="+mn-lt"/>
              <a:ea typeface="Century" charset="0"/>
              <a:cs typeface="Century" charset="0"/>
            </a:endParaRP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68820FBC-C74C-B64F-81F6-C6F1C0881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1237" y="6593150"/>
            <a:ext cx="3373235" cy="1776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CD50A0A-04F2-1815-CB54-0364AB8051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50720" y="3039640"/>
            <a:ext cx="8253984" cy="5681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None/>
              <a:defRPr sz="3120" b="0" i="0" baseline="0">
                <a:solidFill>
                  <a:schemeClr val="bg1"/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Slide Headline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4EF2973-2EEE-6475-D504-4465E7FF39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0723" y="3658423"/>
            <a:ext cx="8253984" cy="3298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80" b="0" i="1" baseline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>
              <a:lnSpc>
                <a:spcPct val="70000"/>
              </a:lnSpc>
            </a:pPr>
            <a:r>
              <a:rPr lang="en-US"/>
              <a:t>Subhead</a:t>
            </a:r>
          </a:p>
        </p:txBody>
      </p:sp>
      <p:pic>
        <p:nvPicPr>
          <p:cNvPr id="2" name="Picture 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00A7C66C-8C35-FB16-7462-EC1DB1C02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753" y="6047026"/>
            <a:ext cx="1833923" cy="9169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C90912-6415-66C0-8AB3-90971C7E3CA8}"/>
              </a:ext>
            </a:extLst>
          </p:cNvPr>
          <p:cNvSpPr txBox="1"/>
          <p:nvPr/>
        </p:nvSpPr>
        <p:spPr>
          <a:xfrm>
            <a:off x="5083061" y="6536845"/>
            <a:ext cx="2249307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" b="0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© 2024 </a:t>
            </a:r>
            <a:r>
              <a:rPr lang="en-US" sz="720" b="0" i="0" u="none" strike="noStrike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Xperi</a:t>
            </a:r>
            <a:r>
              <a:rPr lang="en-US" sz="720" b="0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. All rights reserved.</a:t>
            </a:r>
            <a:endParaRPr lang="en-US" sz="720" b="0">
              <a:solidFill>
                <a:schemeClr val="bg1"/>
              </a:solidFill>
              <a:latin typeface="+mn-lt"/>
              <a:ea typeface="Century" charset="0"/>
              <a:cs typeface="Centur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5642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 Page - Life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person wearing headphones and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611BE1A4-1B60-0C24-831F-270585857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colorful diamond shaped object&#10;&#10;Description automatically generated">
            <a:extLst>
              <a:ext uri="{FF2B5EF4-FFF2-40B4-BE49-F238E27FC236}">
                <a16:creationId xmlns:a16="http://schemas.microsoft.com/office/drawing/2014/main" id="{6317FDEA-778A-871D-A2B0-312876DD69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5400000">
            <a:off x="7382933" y="4115189"/>
            <a:ext cx="6389308" cy="7924857"/>
          </a:xfrm>
          <a:custGeom>
            <a:avLst/>
            <a:gdLst>
              <a:gd name="connsiteX0" fmla="*/ 1488970 w 4791981"/>
              <a:gd name="connsiteY0" fmla="*/ 5633621 h 5943643"/>
              <a:gd name="connsiteX1" fmla="*/ 4791018 w 4791981"/>
              <a:gd name="connsiteY1" fmla="*/ 5633621 h 5943643"/>
              <a:gd name="connsiteX2" fmla="*/ 4791018 w 4791981"/>
              <a:gd name="connsiteY2" fmla="*/ 353631 h 5943643"/>
              <a:gd name="connsiteX3" fmla="*/ 1488971 w 4791981"/>
              <a:gd name="connsiteY3" fmla="*/ 353631 h 5943643"/>
              <a:gd name="connsiteX4" fmla="*/ 0 w 4791981"/>
              <a:gd name="connsiteY4" fmla="*/ 5943643 h 5943643"/>
              <a:gd name="connsiteX5" fmla="*/ 0 w 4791981"/>
              <a:gd name="connsiteY5" fmla="*/ 0 h 5943643"/>
              <a:gd name="connsiteX6" fmla="*/ 4791981 w 4791981"/>
              <a:gd name="connsiteY6" fmla="*/ 0 h 5943643"/>
              <a:gd name="connsiteX7" fmla="*/ 4791981 w 4791981"/>
              <a:gd name="connsiteY7" fmla="*/ 5943643 h 5943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91981" h="5943643">
                <a:moveTo>
                  <a:pt x="1488970" y="5633621"/>
                </a:moveTo>
                <a:lnTo>
                  <a:pt x="4791018" y="5633621"/>
                </a:lnTo>
                <a:lnTo>
                  <a:pt x="4791018" y="353631"/>
                </a:lnTo>
                <a:lnTo>
                  <a:pt x="1488971" y="353631"/>
                </a:lnTo>
                <a:close/>
                <a:moveTo>
                  <a:pt x="0" y="5943643"/>
                </a:moveTo>
                <a:lnTo>
                  <a:pt x="0" y="0"/>
                </a:lnTo>
                <a:lnTo>
                  <a:pt x="4791981" y="0"/>
                </a:lnTo>
                <a:lnTo>
                  <a:pt x="4791981" y="5943643"/>
                </a:lnTo>
                <a:close/>
              </a:path>
            </a:pathLst>
          </a:custGeom>
        </p:spPr>
      </p:pic>
      <p:pic>
        <p:nvPicPr>
          <p:cNvPr id="5" name="Picture 4" descr="A colorful diamond shaped object&#10;&#10;Description automatically generated">
            <a:extLst>
              <a:ext uri="{FF2B5EF4-FFF2-40B4-BE49-F238E27FC236}">
                <a16:creationId xmlns:a16="http://schemas.microsoft.com/office/drawing/2014/main" id="{41558E41-3AB7-FCF8-E968-7A0FD49A6E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535979" y="4765983"/>
            <a:ext cx="5361756" cy="6650355"/>
          </a:xfrm>
          <a:custGeom>
            <a:avLst/>
            <a:gdLst>
              <a:gd name="connsiteX0" fmla="*/ 0 w 4021317"/>
              <a:gd name="connsiteY0" fmla="*/ 4567228 h 4987766"/>
              <a:gd name="connsiteX1" fmla="*/ 4021317 w 4021317"/>
              <a:gd name="connsiteY1" fmla="*/ 4567228 h 4987766"/>
              <a:gd name="connsiteX2" fmla="*/ 4021317 w 4021317"/>
              <a:gd name="connsiteY2" fmla="*/ 4987766 h 4987766"/>
              <a:gd name="connsiteX3" fmla="*/ 0 w 4021317"/>
              <a:gd name="connsiteY3" fmla="*/ 4987766 h 4987766"/>
              <a:gd name="connsiteX4" fmla="*/ 0 w 4021317"/>
              <a:gd name="connsiteY4" fmla="*/ 0 h 4987766"/>
              <a:gd name="connsiteX5" fmla="*/ 4021317 w 4021317"/>
              <a:gd name="connsiteY5" fmla="*/ 0 h 4987766"/>
              <a:gd name="connsiteX6" fmla="*/ 4021317 w 4021317"/>
              <a:gd name="connsiteY6" fmla="*/ 1576705 h 4987766"/>
              <a:gd name="connsiteX7" fmla="*/ 0 w 4021317"/>
              <a:gd name="connsiteY7" fmla="*/ 1576705 h 4987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21317" h="4987766">
                <a:moveTo>
                  <a:pt x="0" y="4567228"/>
                </a:moveTo>
                <a:lnTo>
                  <a:pt x="4021317" y="4567228"/>
                </a:lnTo>
                <a:lnTo>
                  <a:pt x="4021317" y="4987766"/>
                </a:lnTo>
                <a:lnTo>
                  <a:pt x="0" y="4987766"/>
                </a:lnTo>
                <a:close/>
                <a:moveTo>
                  <a:pt x="0" y="0"/>
                </a:moveTo>
                <a:lnTo>
                  <a:pt x="4021317" y="0"/>
                </a:lnTo>
                <a:lnTo>
                  <a:pt x="4021317" y="1576705"/>
                </a:lnTo>
                <a:lnTo>
                  <a:pt x="0" y="1576705"/>
                </a:lnTo>
                <a:close/>
              </a:path>
            </a:pathLst>
          </a:custGeom>
        </p:spPr>
      </p:pic>
      <p:pic>
        <p:nvPicPr>
          <p:cNvPr id="6" name="Picture 5" descr="A colorful diamond shaped object&#10;&#10;Description automatically generated">
            <a:extLst>
              <a:ext uri="{FF2B5EF4-FFF2-40B4-BE49-F238E27FC236}">
                <a16:creationId xmlns:a16="http://schemas.microsoft.com/office/drawing/2014/main" id="{FDFD8467-A049-C4D8-D4EB-6CDF5D8032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10800000">
            <a:off x="571237" y="-5400251"/>
            <a:ext cx="6341100" cy="7865065"/>
          </a:xfrm>
          <a:custGeom>
            <a:avLst/>
            <a:gdLst>
              <a:gd name="connsiteX0" fmla="*/ 0 w 4021317"/>
              <a:gd name="connsiteY0" fmla="*/ 4567228 h 4987766"/>
              <a:gd name="connsiteX1" fmla="*/ 4021317 w 4021317"/>
              <a:gd name="connsiteY1" fmla="*/ 4567228 h 4987766"/>
              <a:gd name="connsiteX2" fmla="*/ 4021317 w 4021317"/>
              <a:gd name="connsiteY2" fmla="*/ 4987766 h 4987766"/>
              <a:gd name="connsiteX3" fmla="*/ 0 w 4021317"/>
              <a:gd name="connsiteY3" fmla="*/ 4987766 h 4987766"/>
              <a:gd name="connsiteX4" fmla="*/ 0 w 4021317"/>
              <a:gd name="connsiteY4" fmla="*/ 0 h 4987766"/>
              <a:gd name="connsiteX5" fmla="*/ 4021317 w 4021317"/>
              <a:gd name="connsiteY5" fmla="*/ 0 h 4987766"/>
              <a:gd name="connsiteX6" fmla="*/ 4021317 w 4021317"/>
              <a:gd name="connsiteY6" fmla="*/ 1576705 h 4987766"/>
              <a:gd name="connsiteX7" fmla="*/ 0 w 4021317"/>
              <a:gd name="connsiteY7" fmla="*/ 1576705 h 4987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21317" h="4987766">
                <a:moveTo>
                  <a:pt x="0" y="4567228"/>
                </a:moveTo>
                <a:lnTo>
                  <a:pt x="4021317" y="4567228"/>
                </a:lnTo>
                <a:lnTo>
                  <a:pt x="4021317" y="4987766"/>
                </a:lnTo>
                <a:lnTo>
                  <a:pt x="0" y="4987766"/>
                </a:lnTo>
                <a:close/>
                <a:moveTo>
                  <a:pt x="0" y="0"/>
                </a:moveTo>
                <a:lnTo>
                  <a:pt x="4021317" y="0"/>
                </a:lnTo>
                <a:lnTo>
                  <a:pt x="4021317" y="1576705"/>
                </a:lnTo>
                <a:lnTo>
                  <a:pt x="0" y="1576705"/>
                </a:lnTo>
                <a:close/>
              </a:path>
            </a:pathLst>
          </a:cu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7FE8B962-2141-A44C-BC9B-AB1AE9D3E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1237" y="6593150"/>
            <a:ext cx="7139500" cy="1472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8B2A5B-6CCC-704D-91B6-70F03DB68411}"/>
              </a:ext>
            </a:extLst>
          </p:cNvPr>
          <p:cNvSpPr txBox="1"/>
          <p:nvPr/>
        </p:nvSpPr>
        <p:spPr>
          <a:xfrm>
            <a:off x="8917380" y="6536845"/>
            <a:ext cx="2249307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" b="0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© 2024 </a:t>
            </a:r>
            <a:r>
              <a:rPr lang="en-US" sz="720" b="0" i="0" u="none" strike="noStrike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Xperi</a:t>
            </a:r>
            <a:r>
              <a:rPr lang="en-US" sz="720" b="0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. All rights reserved.</a:t>
            </a:r>
            <a:endParaRPr lang="en-US" sz="720" b="0">
              <a:solidFill>
                <a:schemeClr val="bg1"/>
              </a:solidFill>
              <a:latin typeface="+mn-lt"/>
              <a:ea typeface="Century" charset="0"/>
              <a:cs typeface="Century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7F7A4B-2747-8540-AB54-432FA04E8DF8}"/>
              </a:ext>
            </a:extLst>
          </p:cNvPr>
          <p:cNvSpPr txBox="1"/>
          <p:nvPr/>
        </p:nvSpPr>
        <p:spPr>
          <a:xfrm>
            <a:off x="164286" y="6536844"/>
            <a:ext cx="406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34E10CC-F95B-7D47-A17F-93A4DFBBE657}" type="slidenum">
              <a:rPr lang="en-US" sz="900">
                <a:solidFill>
                  <a:schemeClr val="bg1"/>
                </a:solidFill>
                <a:latin typeface="+mn-lt"/>
                <a:ea typeface="Century" charset="0"/>
                <a:cs typeface="Century" charset="0"/>
              </a:rPr>
              <a:pPr algn="ctr"/>
              <a:t>‹#›</a:t>
            </a:fld>
            <a:endParaRPr lang="en-US" sz="900">
              <a:solidFill>
                <a:schemeClr val="bg1"/>
              </a:solidFill>
              <a:latin typeface="+mn-lt"/>
              <a:ea typeface="Century" charset="0"/>
              <a:cs typeface="Century" charset="0"/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E97FD1E-EF0A-0F91-CB8D-17CCCA5067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9053" y="3039640"/>
            <a:ext cx="10533891" cy="5681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None/>
              <a:defRPr sz="3120" b="0" i="0" baseline="0">
                <a:solidFill>
                  <a:schemeClr val="bg1"/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Slide Headline</a:t>
            </a:r>
          </a:p>
        </p:txBody>
      </p:sp>
      <p:pic>
        <p:nvPicPr>
          <p:cNvPr id="2" name="Picture 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F57EBAF8-BC87-66BF-3A29-2BCB55618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6420" y="6238838"/>
            <a:ext cx="1833923" cy="916961"/>
          </a:xfrm>
          <a:prstGeom prst="rect">
            <a:avLst/>
          </a:prstGeom>
        </p:spPr>
      </p:pic>
      <p:pic>
        <p:nvPicPr>
          <p:cNvPr id="7" name="Picture 6" descr="A colorful diamond shaped object&#10;&#10;Description automatically generated">
            <a:extLst>
              <a:ext uri="{FF2B5EF4-FFF2-40B4-BE49-F238E27FC236}">
                <a16:creationId xmlns:a16="http://schemas.microsoft.com/office/drawing/2014/main" id="{E720C532-517F-85A7-F1C1-4C09C5502A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10800000">
            <a:off x="571237" y="-5404498"/>
            <a:ext cx="6341100" cy="7865065"/>
          </a:xfrm>
          <a:custGeom>
            <a:avLst/>
            <a:gdLst>
              <a:gd name="connsiteX0" fmla="*/ 0 w 4021317"/>
              <a:gd name="connsiteY0" fmla="*/ 4567228 h 4987766"/>
              <a:gd name="connsiteX1" fmla="*/ 4021317 w 4021317"/>
              <a:gd name="connsiteY1" fmla="*/ 4567228 h 4987766"/>
              <a:gd name="connsiteX2" fmla="*/ 4021317 w 4021317"/>
              <a:gd name="connsiteY2" fmla="*/ 4987766 h 4987766"/>
              <a:gd name="connsiteX3" fmla="*/ 0 w 4021317"/>
              <a:gd name="connsiteY3" fmla="*/ 4987766 h 4987766"/>
              <a:gd name="connsiteX4" fmla="*/ 0 w 4021317"/>
              <a:gd name="connsiteY4" fmla="*/ 0 h 4987766"/>
              <a:gd name="connsiteX5" fmla="*/ 4021317 w 4021317"/>
              <a:gd name="connsiteY5" fmla="*/ 0 h 4987766"/>
              <a:gd name="connsiteX6" fmla="*/ 4021317 w 4021317"/>
              <a:gd name="connsiteY6" fmla="*/ 1576705 h 4987766"/>
              <a:gd name="connsiteX7" fmla="*/ 0 w 4021317"/>
              <a:gd name="connsiteY7" fmla="*/ 1576705 h 4987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21317" h="4987766">
                <a:moveTo>
                  <a:pt x="0" y="4567228"/>
                </a:moveTo>
                <a:lnTo>
                  <a:pt x="4021317" y="4567228"/>
                </a:lnTo>
                <a:lnTo>
                  <a:pt x="4021317" y="4987766"/>
                </a:lnTo>
                <a:lnTo>
                  <a:pt x="0" y="4987766"/>
                </a:lnTo>
                <a:close/>
                <a:moveTo>
                  <a:pt x="0" y="0"/>
                </a:moveTo>
                <a:lnTo>
                  <a:pt x="4021317" y="0"/>
                </a:lnTo>
                <a:lnTo>
                  <a:pt x="4021317" y="1576705"/>
                </a:lnTo>
                <a:lnTo>
                  <a:pt x="0" y="1576705"/>
                </a:lnTo>
                <a:close/>
              </a:path>
            </a:pathLst>
          </a:custGeom>
        </p:spPr>
      </p:pic>
      <p:pic>
        <p:nvPicPr>
          <p:cNvPr id="3" name="Picture 2" descr="A colorful diamond shaped object&#10;&#10;Description automatically generated">
            <a:extLst>
              <a:ext uri="{FF2B5EF4-FFF2-40B4-BE49-F238E27FC236}">
                <a16:creationId xmlns:a16="http://schemas.microsoft.com/office/drawing/2014/main" id="{50F51591-1390-FED1-77A6-43EF697FDE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5400000">
            <a:off x="-1579535" y="-4786226"/>
            <a:ext cx="6672319" cy="8275887"/>
          </a:xfrm>
          <a:custGeom>
            <a:avLst/>
            <a:gdLst>
              <a:gd name="connsiteX0" fmla="*/ 0 w 5044486"/>
              <a:gd name="connsiteY0" fmla="*/ 415325 h 6256835"/>
              <a:gd name="connsiteX1" fmla="*/ 0 w 5044486"/>
              <a:gd name="connsiteY1" fmla="*/ 0 h 6256835"/>
              <a:gd name="connsiteX2" fmla="*/ 5044486 w 5044486"/>
              <a:gd name="connsiteY2" fmla="*/ 0 h 6256835"/>
              <a:gd name="connsiteX3" fmla="*/ 5044486 w 5044486"/>
              <a:gd name="connsiteY3" fmla="*/ 4486749 h 6256835"/>
              <a:gd name="connsiteX4" fmla="*/ 2996277 w 5044486"/>
              <a:gd name="connsiteY4" fmla="*/ 4486749 h 6256835"/>
              <a:gd name="connsiteX5" fmla="*/ 2996277 w 5044486"/>
              <a:gd name="connsiteY5" fmla="*/ 415325 h 6256835"/>
              <a:gd name="connsiteX6" fmla="*/ 0 w 5044486"/>
              <a:gd name="connsiteY6" fmla="*/ 6256835 h 6256835"/>
              <a:gd name="connsiteX7" fmla="*/ 0 w 5044486"/>
              <a:gd name="connsiteY7" fmla="*/ 6251582 h 6256835"/>
              <a:gd name="connsiteX8" fmla="*/ 2167149 w 5044486"/>
              <a:gd name="connsiteY8" fmla="*/ 6251582 h 6256835"/>
              <a:gd name="connsiteX9" fmla="*/ 2996277 w 5044486"/>
              <a:gd name="connsiteY9" fmla="*/ 6251582 h 6256835"/>
              <a:gd name="connsiteX10" fmla="*/ 5044486 w 5044486"/>
              <a:gd name="connsiteY10" fmla="*/ 6251582 h 6256835"/>
              <a:gd name="connsiteX11" fmla="*/ 5044486 w 5044486"/>
              <a:gd name="connsiteY11" fmla="*/ 6256835 h 625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4486" h="6256835">
                <a:moveTo>
                  <a:pt x="0" y="415325"/>
                </a:moveTo>
                <a:lnTo>
                  <a:pt x="0" y="0"/>
                </a:lnTo>
                <a:lnTo>
                  <a:pt x="5044486" y="0"/>
                </a:lnTo>
                <a:lnTo>
                  <a:pt x="5044486" y="4486749"/>
                </a:lnTo>
                <a:lnTo>
                  <a:pt x="2996277" y="4486749"/>
                </a:lnTo>
                <a:lnTo>
                  <a:pt x="2996277" y="415325"/>
                </a:lnTo>
                <a:close/>
                <a:moveTo>
                  <a:pt x="0" y="6256835"/>
                </a:moveTo>
                <a:lnTo>
                  <a:pt x="0" y="6251582"/>
                </a:lnTo>
                <a:lnTo>
                  <a:pt x="2167149" y="6251582"/>
                </a:lnTo>
                <a:lnTo>
                  <a:pt x="2996277" y="6251582"/>
                </a:lnTo>
                <a:lnTo>
                  <a:pt x="5044486" y="6251582"/>
                </a:lnTo>
                <a:lnTo>
                  <a:pt x="5044486" y="625683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94872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reak Page - Life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 descr="A colorful diamond shaped object&#10;&#10;Description automatically generated">
            <a:extLst>
              <a:ext uri="{FF2B5EF4-FFF2-40B4-BE49-F238E27FC236}">
                <a16:creationId xmlns:a16="http://schemas.microsoft.com/office/drawing/2014/main" id="{2998E6D4-089D-53F3-1613-332E9DD3AC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10800000">
            <a:off x="581837" y="-5413798"/>
            <a:ext cx="6341100" cy="7865065"/>
          </a:xfrm>
          <a:custGeom>
            <a:avLst/>
            <a:gdLst>
              <a:gd name="connsiteX0" fmla="*/ 0 w 4021317"/>
              <a:gd name="connsiteY0" fmla="*/ 4567228 h 4987766"/>
              <a:gd name="connsiteX1" fmla="*/ 4021317 w 4021317"/>
              <a:gd name="connsiteY1" fmla="*/ 4567228 h 4987766"/>
              <a:gd name="connsiteX2" fmla="*/ 4021317 w 4021317"/>
              <a:gd name="connsiteY2" fmla="*/ 4987766 h 4987766"/>
              <a:gd name="connsiteX3" fmla="*/ 0 w 4021317"/>
              <a:gd name="connsiteY3" fmla="*/ 4987766 h 4987766"/>
              <a:gd name="connsiteX4" fmla="*/ 0 w 4021317"/>
              <a:gd name="connsiteY4" fmla="*/ 0 h 4987766"/>
              <a:gd name="connsiteX5" fmla="*/ 4021317 w 4021317"/>
              <a:gd name="connsiteY5" fmla="*/ 0 h 4987766"/>
              <a:gd name="connsiteX6" fmla="*/ 4021317 w 4021317"/>
              <a:gd name="connsiteY6" fmla="*/ 1576705 h 4987766"/>
              <a:gd name="connsiteX7" fmla="*/ 0 w 4021317"/>
              <a:gd name="connsiteY7" fmla="*/ 1576705 h 4987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21317" h="4987766">
                <a:moveTo>
                  <a:pt x="0" y="4567228"/>
                </a:moveTo>
                <a:lnTo>
                  <a:pt x="4021317" y="4567228"/>
                </a:lnTo>
                <a:lnTo>
                  <a:pt x="4021317" y="4987766"/>
                </a:lnTo>
                <a:lnTo>
                  <a:pt x="0" y="4987766"/>
                </a:lnTo>
                <a:close/>
                <a:moveTo>
                  <a:pt x="0" y="0"/>
                </a:moveTo>
                <a:lnTo>
                  <a:pt x="4021317" y="0"/>
                </a:lnTo>
                <a:lnTo>
                  <a:pt x="4021317" y="1576705"/>
                </a:lnTo>
                <a:lnTo>
                  <a:pt x="0" y="1576705"/>
                </a:lnTo>
                <a:close/>
              </a:path>
            </a:pathLst>
          </a:custGeom>
        </p:spPr>
      </p:pic>
      <p:pic>
        <p:nvPicPr>
          <p:cNvPr id="45" name="Picture 44" descr="A colorful diamond shaped object&#10;&#10;Description automatically generated">
            <a:extLst>
              <a:ext uri="{FF2B5EF4-FFF2-40B4-BE49-F238E27FC236}">
                <a16:creationId xmlns:a16="http://schemas.microsoft.com/office/drawing/2014/main" id="{137C91C6-09D5-2226-A8D1-2F21E4A765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5400000">
            <a:off x="-1579535" y="-4786226"/>
            <a:ext cx="6672319" cy="8275887"/>
          </a:xfrm>
          <a:custGeom>
            <a:avLst/>
            <a:gdLst>
              <a:gd name="connsiteX0" fmla="*/ 0 w 5044486"/>
              <a:gd name="connsiteY0" fmla="*/ 415325 h 6256835"/>
              <a:gd name="connsiteX1" fmla="*/ 0 w 5044486"/>
              <a:gd name="connsiteY1" fmla="*/ 0 h 6256835"/>
              <a:gd name="connsiteX2" fmla="*/ 5044486 w 5044486"/>
              <a:gd name="connsiteY2" fmla="*/ 0 h 6256835"/>
              <a:gd name="connsiteX3" fmla="*/ 5044486 w 5044486"/>
              <a:gd name="connsiteY3" fmla="*/ 4486749 h 6256835"/>
              <a:gd name="connsiteX4" fmla="*/ 2996277 w 5044486"/>
              <a:gd name="connsiteY4" fmla="*/ 4486749 h 6256835"/>
              <a:gd name="connsiteX5" fmla="*/ 2996277 w 5044486"/>
              <a:gd name="connsiteY5" fmla="*/ 415325 h 6256835"/>
              <a:gd name="connsiteX6" fmla="*/ 0 w 5044486"/>
              <a:gd name="connsiteY6" fmla="*/ 6256835 h 6256835"/>
              <a:gd name="connsiteX7" fmla="*/ 0 w 5044486"/>
              <a:gd name="connsiteY7" fmla="*/ 6251582 h 6256835"/>
              <a:gd name="connsiteX8" fmla="*/ 2167149 w 5044486"/>
              <a:gd name="connsiteY8" fmla="*/ 6251582 h 6256835"/>
              <a:gd name="connsiteX9" fmla="*/ 2996277 w 5044486"/>
              <a:gd name="connsiteY9" fmla="*/ 6251582 h 6256835"/>
              <a:gd name="connsiteX10" fmla="*/ 5044486 w 5044486"/>
              <a:gd name="connsiteY10" fmla="*/ 6251582 h 6256835"/>
              <a:gd name="connsiteX11" fmla="*/ 5044486 w 5044486"/>
              <a:gd name="connsiteY11" fmla="*/ 6256835 h 625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4486" h="6256835">
                <a:moveTo>
                  <a:pt x="0" y="415325"/>
                </a:moveTo>
                <a:lnTo>
                  <a:pt x="0" y="0"/>
                </a:lnTo>
                <a:lnTo>
                  <a:pt x="5044486" y="0"/>
                </a:lnTo>
                <a:lnTo>
                  <a:pt x="5044486" y="4486749"/>
                </a:lnTo>
                <a:lnTo>
                  <a:pt x="2996277" y="4486749"/>
                </a:lnTo>
                <a:lnTo>
                  <a:pt x="2996277" y="415325"/>
                </a:lnTo>
                <a:close/>
                <a:moveTo>
                  <a:pt x="0" y="6256835"/>
                </a:moveTo>
                <a:lnTo>
                  <a:pt x="0" y="6251582"/>
                </a:lnTo>
                <a:lnTo>
                  <a:pt x="2167149" y="6251582"/>
                </a:lnTo>
                <a:lnTo>
                  <a:pt x="2996277" y="6251582"/>
                </a:lnTo>
                <a:lnTo>
                  <a:pt x="5044486" y="6251582"/>
                </a:lnTo>
                <a:lnTo>
                  <a:pt x="5044486" y="6256835"/>
                </a:lnTo>
                <a:close/>
              </a:path>
            </a:pathLst>
          </a:custGeom>
        </p:spPr>
      </p:pic>
      <p:pic>
        <p:nvPicPr>
          <p:cNvPr id="40" name="Picture 39" descr="A colorful diamond shaped object&#10;&#10;Description automatically generated">
            <a:extLst>
              <a:ext uri="{FF2B5EF4-FFF2-40B4-BE49-F238E27FC236}">
                <a16:creationId xmlns:a16="http://schemas.microsoft.com/office/drawing/2014/main" id="{C3A0AA79-1720-C794-9FB8-25CC93C6A0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5400000">
            <a:off x="7382933" y="4115189"/>
            <a:ext cx="6389308" cy="7924857"/>
          </a:xfrm>
          <a:custGeom>
            <a:avLst/>
            <a:gdLst>
              <a:gd name="connsiteX0" fmla="*/ 1488970 w 4791981"/>
              <a:gd name="connsiteY0" fmla="*/ 5633621 h 5943643"/>
              <a:gd name="connsiteX1" fmla="*/ 4791018 w 4791981"/>
              <a:gd name="connsiteY1" fmla="*/ 5633621 h 5943643"/>
              <a:gd name="connsiteX2" fmla="*/ 4791018 w 4791981"/>
              <a:gd name="connsiteY2" fmla="*/ 353631 h 5943643"/>
              <a:gd name="connsiteX3" fmla="*/ 1488971 w 4791981"/>
              <a:gd name="connsiteY3" fmla="*/ 353631 h 5943643"/>
              <a:gd name="connsiteX4" fmla="*/ 0 w 4791981"/>
              <a:gd name="connsiteY4" fmla="*/ 5943643 h 5943643"/>
              <a:gd name="connsiteX5" fmla="*/ 0 w 4791981"/>
              <a:gd name="connsiteY5" fmla="*/ 0 h 5943643"/>
              <a:gd name="connsiteX6" fmla="*/ 4791981 w 4791981"/>
              <a:gd name="connsiteY6" fmla="*/ 0 h 5943643"/>
              <a:gd name="connsiteX7" fmla="*/ 4791981 w 4791981"/>
              <a:gd name="connsiteY7" fmla="*/ 5943643 h 5943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91981" h="5943643">
                <a:moveTo>
                  <a:pt x="1488970" y="5633621"/>
                </a:moveTo>
                <a:lnTo>
                  <a:pt x="4791018" y="5633621"/>
                </a:lnTo>
                <a:lnTo>
                  <a:pt x="4791018" y="353631"/>
                </a:lnTo>
                <a:lnTo>
                  <a:pt x="1488971" y="353631"/>
                </a:lnTo>
                <a:close/>
                <a:moveTo>
                  <a:pt x="0" y="5943643"/>
                </a:moveTo>
                <a:lnTo>
                  <a:pt x="0" y="0"/>
                </a:lnTo>
                <a:lnTo>
                  <a:pt x="4791981" y="0"/>
                </a:lnTo>
                <a:lnTo>
                  <a:pt x="4791981" y="5943643"/>
                </a:lnTo>
                <a:close/>
              </a:path>
            </a:pathLst>
          </a:custGeom>
        </p:spPr>
      </p:pic>
      <p:pic>
        <p:nvPicPr>
          <p:cNvPr id="37" name="Picture 36" descr="A colorful diamond shaped object&#10;&#10;Description automatically generated">
            <a:extLst>
              <a:ext uri="{FF2B5EF4-FFF2-40B4-BE49-F238E27FC236}">
                <a16:creationId xmlns:a16="http://schemas.microsoft.com/office/drawing/2014/main" id="{DE8C0F50-A69E-3B5D-8876-C57C671FA0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35979" y="4765983"/>
            <a:ext cx="5361756" cy="6650355"/>
          </a:xfrm>
          <a:custGeom>
            <a:avLst/>
            <a:gdLst>
              <a:gd name="connsiteX0" fmla="*/ 0 w 4021317"/>
              <a:gd name="connsiteY0" fmla="*/ 4567228 h 4987766"/>
              <a:gd name="connsiteX1" fmla="*/ 4021317 w 4021317"/>
              <a:gd name="connsiteY1" fmla="*/ 4567228 h 4987766"/>
              <a:gd name="connsiteX2" fmla="*/ 4021317 w 4021317"/>
              <a:gd name="connsiteY2" fmla="*/ 4987766 h 4987766"/>
              <a:gd name="connsiteX3" fmla="*/ 0 w 4021317"/>
              <a:gd name="connsiteY3" fmla="*/ 4987766 h 4987766"/>
              <a:gd name="connsiteX4" fmla="*/ 0 w 4021317"/>
              <a:gd name="connsiteY4" fmla="*/ 0 h 4987766"/>
              <a:gd name="connsiteX5" fmla="*/ 4021317 w 4021317"/>
              <a:gd name="connsiteY5" fmla="*/ 0 h 4987766"/>
              <a:gd name="connsiteX6" fmla="*/ 4021317 w 4021317"/>
              <a:gd name="connsiteY6" fmla="*/ 1576705 h 4987766"/>
              <a:gd name="connsiteX7" fmla="*/ 0 w 4021317"/>
              <a:gd name="connsiteY7" fmla="*/ 1576705 h 4987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21317" h="4987766">
                <a:moveTo>
                  <a:pt x="0" y="4567228"/>
                </a:moveTo>
                <a:lnTo>
                  <a:pt x="4021317" y="4567228"/>
                </a:lnTo>
                <a:lnTo>
                  <a:pt x="4021317" y="4987766"/>
                </a:lnTo>
                <a:lnTo>
                  <a:pt x="0" y="4987766"/>
                </a:lnTo>
                <a:close/>
                <a:moveTo>
                  <a:pt x="0" y="0"/>
                </a:moveTo>
                <a:lnTo>
                  <a:pt x="4021317" y="0"/>
                </a:lnTo>
                <a:lnTo>
                  <a:pt x="4021317" y="1576705"/>
                </a:lnTo>
                <a:lnTo>
                  <a:pt x="0" y="1576705"/>
                </a:lnTo>
                <a:close/>
              </a:path>
            </a:pathLst>
          </a:custGeom>
        </p:spPr>
      </p:pic>
      <p:sp>
        <p:nvSpPr>
          <p:cNvPr id="14" name="Picture Placeholder 46">
            <a:extLst>
              <a:ext uri="{FF2B5EF4-FFF2-40B4-BE49-F238E27FC236}">
                <a16:creationId xmlns:a16="http://schemas.microsoft.com/office/drawing/2014/main" id="{55B74EFD-DF30-7F46-3A6C-53A2CF355D9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-1" y="0"/>
            <a:ext cx="12192000" cy="6868256"/>
          </a:xfrm>
          <a:custGeom>
            <a:avLst/>
            <a:gdLst>
              <a:gd name="connsiteX0" fmla="*/ 4217200 w 9144000"/>
              <a:gd name="connsiteY0" fmla="*/ 0 h 5132950"/>
              <a:gd name="connsiteX1" fmla="*/ 9144000 w 9144000"/>
              <a:gd name="connsiteY1" fmla="*/ 0 h 5132950"/>
              <a:gd name="connsiteX2" fmla="*/ 9144000 w 9144000"/>
              <a:gd name="connsiteY2" fmla="*/ 4727516 h 5132950"/>
              <a:gd name="connsiteX3" fmla="*/ 8310619 w 9144000"/>
              <a:gd name="connsiteY3" fmla="*/ 3892422 h 5132950"/>
              <a:gd name="connsiteX4" fmla="*/ 7934381 w 9144000"/>
              <a:gd name="connsiteY4" fmla="*/ 3736258 h 5132950"/>
              <a:gd name="connsiteX5" fmla="*/ 7558143 w 9144000"/>
              <a:gd name="connsiteY5" fmla="*/ 3892422 h 5132950"/>
              <a:gd name="connsiteX6" fmla="*/ 7216298 w 9144000"/>
              <a:gd name="connsiteY6" fmla="*/ 4234969 h 5132950"/>
              <a:gd name="connsiteX7" fmla="*/ 7157622 w 9144000"/>
              <a:gd name="connsiteY7" fmla="*/ 4186942 h 5132950"/>
              <a:gd name="connsiteX8" fmla="*/ 6597469 w 9144000"/>
              <a:gd name="connsiteY8" fmla="*/ 4244147 h 5132950"/>
              <a:gd name="connsiteX9" fmla="*/ 5710489 w 9144000"/>
              <a:gd name="connsiteY9" fmla="*/ 5132950 h 5132950"/>
              <a:gd name="connsiteX10" fmla="*/ 0 w 9144000"/>
              <a:gd name="connsiteY10" fmla="*/ 5132950 h 5132950"/>
              <a:gd name="connsiteX11" fmla="*/ 0 w 9144000"/>
              <a:gd name="connsiteY11" fmla="*/ 815372 h 5132950"/>
              <a:gd name="connsiteX12" fmla="*/ 911390 w 9144000"/>
              <a:gd name="connsiteY12" fmla="*/ 1728635 h 5132950"/>
              <a:gd name="connsiteX13" fmla="*/ 1747062 w 9144000"/>
              <a:gd name="connsiteY13" fmla="*/ 1728635 h 5132950"/>
              <a:gd name="connsiteX14" fmla="*/ 2445252 w 9144000"/>
              <a:gd name="connsiteY14" fmla="*/ 1029010 h 5132950"/>
              <a:gd name="connsiteX15" fmla="*/ 2488070 w 9144000"/>
              <a:gd name="connsiteY15" fmla="*/ 1064057 h 5132950"/>
              <a:gd name="connsiteX16" fmla="*/ 3231044 w 9144000"/>
              <a:gd name="connsiteY16" fmla="*/ 988183 h 513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144000" h="5132950">
                <a:moveTo>
                  <a:pt x="4217200" y="0"/>
                </a:moveTo>
                <a:lnTo>
                  <a:pt x="9144000" y="0"/>
                </a:lnTo>
                <a:lnTo>
                  <a:pt x="9144000" y="4727516"/>
                </a:lnTo>
                <a:lnTo>
                  <a:pt x="8310619" y="3892422"/>
                </a:lnTo>
                <a:cubicBezTo>
                  <a:pt x="8206724" y="3788313"/>
                  <a:pt x="8070553" y="3736258"/>
                  <a:pt x="7934381" y="3736258"/>
                </a:cubicBezTo>
                <a:cubicBezTo>
                  <a:pt x="7798209" y="3736258"/>
                  <a:pt x="7662038" y="3788313"/>
                  <a:pt x="7558143" y="3892422"/>
                </a:cubicBezTo>
                <a:lnTo>
                  <a:pt x="7216298" y="4234969"/>
                </a:lnTo>
                <a:lnTo>
                  <a:pt x="7157622" y="4186942"/>
                </a:lnTo>
                <a:cubicBezTo>
                  <a:pt x="6984698" y="4072532"/>
                  <a:pt x="6749702" y="4091600"/>
                  <a:pt x="6597469" y="4244147"/>
                </a:cubicBezTo>
                <a:lnTo>
                  <a:pt x="5710489" y="5132950"/>
                </a:lnTo>
                <a:lnTo>
                  <a:pt x="0" y="5132950"/>
                </a:lnTo>
                <a:lnTo>
                  <a:pt x="0" y="815372"/>
                </a:lnTo>
                <a:lnTo>
                  <a:pt x="911390" y="1728635"/>
                </a:lnTo>
                <a:cubicBezTo>
                  <a:pt x="1142155" y="1959874"/>
                  <a:pt x="1516298" y="1959874"/>
                  <a:pt x="1747062" y="1728635"/>
                </a:cubicBezTo>
                <a:lnTo>
                  <a:pt x="2445252" y="1029010"/>
                </a:lnTo>
                <a:lnTo>
                  <a:pt x="2488070" y="1064057"/>
                </a:lnTo>
                <a:cubicBezTo>
                  <a:pt x="2717432" y="1215807"/>
                  <a:pt x="3029125" y="1190516"/>
                  <a:pt x="3231044" y="98818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r">
              <a:buNone/>
              <a:defRPr sz="2667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7FE8B962-2141-A44C-BC9B-AB1AE9D3E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1237" y="6593150"/>
            <a:ext cx="7139500" cy="1472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7F7A4B-2747-8540-AB54-432FA04E8DF8}"/>
              </a:ext>
            </a:extLst>
          </p:cNvPr>
          <p:cNvSpPr txBox="1"/>
          <p:nvPr/>
        </p:nvSpPr>
        <p:spPr>
          <a:xfrm>
            <a:off x="164286" y="6536844"/>
            <a:ext cx="406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34E10CC-F95B-7D47-A17F-93A4DFBBE657}" type="slidenum">
              <a:rPr lang="en-US" sz="900">
                <a:solidFill>
                  <a:schemeClr val="bg1"/>
                </a:solidFill>
                <a:latin typeface="+mn-lt"/>
                <a:ea typeface="Century" charset="0"/>
                <a:cs typeface="Century" charset="0"/>
              </a:rPr>
              <a:pPr algn="ctr"/>
              <a:t>‹#›</a:t>
            </a:fld>
            <a:endParaRPr lang="en-US" sz="900">
              <a:solidFill>
                <a:schemeClr val="bg1"/>
              </a:solidFill>
              <a:latin typeface="+mn-lt"/>
              <a:ea typeface="Century" charset="0"/>
              <a:cs typeface="Century" charset="0"/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E97FD1E-EF0A-0F91-CB8D-17CCCA5067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9053" y="3039640"/>
            <a:ext cx="10533891" cy="5681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None/>
              <a:defRPr sz="3120" b="0" i="0" baseline="0">
                <a:solidFill>
                  <a:schemeClr val="bg1"/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Slide Headline</a:t>
            </a:r>
          </a:p>
        </p:txBody>
      </p:sp>
      <p:pic>
        <p:nvPicPr>
          <p:cNvPr id="2" name="Picture 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97392BAD-6F46-0015-E6D7-D180A7958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420" y="6238838"/>
            <a:ext cx="1833923" cy="9169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C8AE6E-874F-5B9D-0269-A85AC946BDD6}"/>
              </a:ext>
            </a:extLst>
          </p:cNvPr>
          <p:cNvSpPr txBox="1"/>
          <p:nvPr/>
        </p:nvSpPr>
        <p:spPr>
          <a:xfrm>
            <a:off x="8917380" y="6536845"/>
            <a:ext cx="2249307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" b="0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© 2024 </a:t>
            </a:r>
            <a:r>
              <a:rPr lang="en-US" sz="720" b="0" i="0" u="none" strike="noStrike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Xperi</a:t>
            </a:r>
            <a:r>
              <a:rPr lang="en-US" sz="720" b="0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. All rights reserved.</a:t>
            </a:r>
            <a:endParaRPr lang="en-US" sz="720" b="0">
              <a:solidFill>
                <a:schemeClr val="bg1"/>
              </a:solidFill>
              <a:latin typeface="+mn-lt"/>
              <a:ea typeface="Century" charset="0"/>
              <a:cs typeface="Centur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1656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 Page - Life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picture containing person, indoor&#10;&#10;Description automatically generated">
            <a:extLst>
              <a:ext uri="{FF2B5EF4-FFF2-40B4-BE49-F238E27FC236}">
                <a16:creationId xmlns:a16="http://schemas.microsoft.com/office/drawing/2014/main" id="{F77A0BE2-DC75-99D6-6F97-A981E16423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65" r="23141"/>
          <a:stretch/>
        </p:blipFill>
        <p:spPr>
          <a:xfrm>
            <a:off x="2801243" y="0"/>
            <a:ext cx="9390757" cy="6858000"/>
          </a:xfrm>
          <a:prstGeom prst="rect">
            <a:avLst/>
          </a:prstGeom>
        </p:spPr>
      </p:pic>
      <p:pic>
        <p:nvPicPr>
          <p:cNvPr id="8" name="Picture 7" descr="A purple and blue diamond&#10;&#10;Description automatically generated">
            <a:extLst>
              <a:ext uri="{FF2B5EF4-FFF2-40B4-BE49-F238E27FC236}">
                <a16:creationId xmlns:a16="http://schemas.microsoft.com/office/drawing/2014/main" id="{78384B45-D523-2052-86BF-3A5586B06F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 rot="10800000">
            <a:off x="-4859816" y="-4438151"/>
            <a:ext cx="12320573" cy="15281595"/>
          </a:xfrm>
          <a:custGeom>
            <a:avLst/>
            <a:gdLst>
              <a:gd name="connsiteX0" fmla="*/ 9240430 w 9240430"/>
              <a:gd name="connsiteY0" fmla="*/ 746381 h 11461196"/>
              <a:gd name="connsiteX1" fmla="*/ 6140294 w 9240430"/>
              <a:gd name="connsiteY1" fmla="*/ 746381 h 11461196"/>
              <a:gd name="connsiteX2" fmla="*/ 6140294 w 9240430"/>
              <a:gd name="connsiteY2" fmla="*/ 746268 h 11461196"/>
              <a:gd name="connsiteX3" fmla="*/ 0 w 9240430"/>
              <a:gd name="connsiteY3" fmla="*/ 746268 h 11461196"/>
              <a:gd name="connsiteX4" fmla="*/ 0 w 9240430"/>
              <a:gd name="connsiteY4" fmla="*/ 0 h 11461196"/>
              <a:gd name="connsiteX5" fmla="*/ 9240430 w 9240430"/>
              <a:gd name="connsiteY5" fmla="*/ 0 h 11461196"/>
              <a:gd name="connsiteX6" fmla="*/ 5602636 w 9240430"/>
              <a:gd name="connsiteY6" fmla="*/ 8132588 h 11461196"/>
              <a:gd name="connsiteX7" fmla="*/ 0 w 9240430"/>
              <a:gd name="connsiteY7" fmla="*/ 8132588 h 11461196"/>
              <a:gd name="connsiteX8" fmla="*/ 0 w 9240430"/>
              <a:gd name="connsiteY8" fmla="*/ 2971303 h 11461196"/>
              <a:gd name="connsiteX9" fmla="*/ 5602636 w 9240430"/>
              <a:gd name="connsiteY9" fmla="*/ 2971303 h 11461196"/>
              <a:gd name="connsiteX10" fmla="*/ 9240430 w 9240430"/>
              <a:gd name="connsiteY10" fmla="*/ 11461196 h 11461196"/>
              <a:gd name="connsiteX11" fmla="*/ 0 w 9240430"/>
              <a:gd name="connsiteY11" fmla="*/ 11461196 h 11461196"/>
              <a:gd name="connsiteX12" fmla="*/ 0 w 9240430"/>
              <a:gd name="connsiteY12" fmla="*/ 10357623 h 11461196"/>
              <a:gd name="connsiteX13" fmla="*/ 6140295 w 9240430"/>
              <a:gd name="connsiteY13" fmla="*/ 10357623 h 11461196"/>
              <a:gd name="connsiteX14" fmla="*/ 6140295 w 9240430"/>
              <a:gd name="connsiteY14" fmla="*/ 10334755 h 11461196"/>
              <a:gd name="connsiteX15" fmla="*/ 9240430 w 9240430"/>
              <a:gd name="connsiteY15" fmla="*/ 10334755 h 11461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240430" h="11461196">
                <a:moveTo>
                  <a:pt x="9240430" y="746381"/>
                </a:moveTo>
                <a:lnTo>
                  <a:pt x="6140294" y="746381"/>
                </a:lnTo>
                <a:lnTo>
                  <a:pt x="6140294" y="746268"/>
                </a:lnTo>
                <a:lnTo>
                  <a:pt x="0" y="746268"/>
                </a:lnTo>
                <a:lnTo>
                  <a:pt x="0" y="0"/>
                </a:lnTo>
                <a:lnTo>
                  <a:pt x="9240430" y="0"/>
                </a:lnTo>
                <a:close/>
                <a:moveTo>
                  <a:pt x="5602636" y="8132588"/>
                </a:moveTo>
                <a:lnTo>
                  <a:pt x="0" y="8132588"/>
                </a:lnTo>
                <a:lnTo>
                  <a:pt x="0" y="2971303"/>
                </a:lnTo>
                <a:lnTo>
                  <a:pt x="5602636" y="2971303"/>
                </a:lnTo>
                <a:close/>
                <a:moveTo>
                  <a:pt x="9240430" y="11461196"/>
                </a:moveTo>
                <a:lnTo>
                  <a:pt x="0" y="11461196"/>
                </a:lnTo>
                <a:lnTo>
                  <a:pt x="0" y="10357623"/>
                </a:lnTo>
                <a:lnTo>
                  <a:pt x="6140295" y="10357623"/>
                </a:lnTo>
                <a:lnTo>
                  <a:pt x="6140295" y="10334755"/>
                </a:lnTo>
                <a:lnTo>
                  <a:pt x="9240430" y="10334755"/>
                </a:lnTo>
                <a:close/>
              </a:path>
            </a:pathLst>
          </a:custGeom>
        </p:spPr>
      </p:pic>
      <p:pic>
        <p:nvPicPr>
          <p:cNvPr id="9" name="Picture 8" descr="A purple and blue diamond&#10;&#10;Description automatically generated">
            <a:extLst>
              <a:ext uri="{FF2B5EF4-FFF2-40B4-BE49-F238E27FC236}">
                <a16:creationId xmlns:a16="http://schemas.microsoft.com/office/drawing/2014/main" id="{F9CCAB20-8693-B47C-835E-7CDE025412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1000"/>
          </a:blip>
          <a:srcRect t="21699"/>
          <a:stretch>
            <a:fillRect/>
          </a:stretch>
        </p:blipFill>
        <p:spPr>
          <a:xfrm rot="10800000">
            <a:off x="-5671501" y="-3128644"/>
            <a:ext cx="10307325" cy="10010351"/>
          </a:xfrm>
          <a:custGeom>
            <a:avLst/>
            <a:gdLst>
              <a:gd name="connsiteX0" fmla="*/ 3477333 w 7730494"/>
              <a:gd name="connsiteY0" fmla="*/ 5161285 h 7507763"/>
              <a:gd name="connsiteX1" fmla="*/ 0 w 7730494"/>
              <a:gd name="connsiteY1" fmla="*/ 5161285 h 7507763"/>
              <a:gd name="connsiteX2" fmla="*/ 0 w 7730494"/>
              <a:gd name="connsiteY2" fmla="*/ 0 h 7507763"/>
              <a:gd name="connsiteX3" fmla="*/ 3477333 w 7730494"/>
              <a:gd name="connsiteY3" fmla="*/ 0 h 7507763"/>
              <a:gd name="connsiteX4" fmla="*/ 7730494 w 7730494"/>
              <a:gd name="connsiteY4" fmla="*/ 7507763 h 7507763"/>
              <a:gd name="connsiteX5" fmla="*/ 0 w 7730494"/>
              <a:gd name="connsiteY5" fmla="*/ 7507763 h 7507763"/>
              <a:gd name="connsiteX6" fmla="*/ 0 w 7730494"/>
              <a:gd name="connsiteY6" fmla="*/ 7386320 h 7507763"/>
              <a:gd name="connsiteX7" fmla="*/ 4014992 w 7730494"/>
              <a:gd name="connsiteY7" fmla="*/ 7386320 h 7507763"/>
              <a:gd name="connsiteX8" fmla="*/ 4014992 w 7730494"/>
              <a:gd name="connsiteY8" fmla="*/ 7363452 h 7507763"/>
              <a:gd name="connsiteX9" fmla="*/ 7730494 w 7730494"/>
              <a:gd name="connsiteY9" fmla="*/ 7363452 h 7507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30494" h="7507763">
                <a:moveTo>
                  <a:pt x="3477333" y="5161285"/>
                </a:moveTo>
                <a:lnTo>
                  <a:pt x="0" y="5161285"/>
                </a:lnTo>
                <a:lnTo>
                  <a:pt x="0" y="0"/>
                </a:lnTo>
                <a:lnTo>
                  <a:pt x="3477333" y="0"/>
                </a:lnTo>
                <a:close/>
                <a:moveTo>
                  <a:pt x="7730494" y="7507763"/>
                </a:moveTo>
                <a:lnTo>
                  <a:pt x="0" y="7507763"/>
                </a:lnTo>
                <a:lnTo>
                  <a:pt x="0" y="7386320"/>
                </a:lnTo>
                <a:lnTo>
                  <a:pt x="4014992" y="7386320"/>
                </a:lnTo>
                <a:lnTo>
                  <a:pt x="4014992" y="7363452"/>
                </a:lnTo>
                <a:lnTo>
                  <a:pt x="7730494" y="7363452"/>
                </a:ln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82B87E-D31B-1F8C-6F5D-E38F2E5E72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3425" t="21302" r="40344" b="22902"/>
          <a:stretch/>
        </p:blipFill>
        <p:spPr>
          <a:xfrm rot="10800000">
            <a:off x="-3" y="0"/>
            <a:ext cx="7768793" cy="687154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FAA4BA5-B24A-400F-FD7C-0BEDA4DB60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3424" t="14898" r="48081" b="16091"/>
          <a:stretch/>
        </p:blipFill>
        <p:spPr>
          <a:xfrm rot="10800000" flipV="1">
            <a:off x="0" y="-2"/>
            <a:ext cx="5510760" cy="68715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165A393-38EB-AEE4-CBC5-30A07AE84F3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" r="13382" b="67431"/>
          <a:stretch/>
        </p:blipFill>
        <p:spPr>
          <a:xfrm rot="5400000">
            <a:off x="-1535473" y="3412715"/>
            <a:ext cx="4921213" cy="18502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BFBADE-D478-9849-9B0A-94EB0959ED4D}"/>
              </a:ext>
            </a:extLst>
          </p:cNvPr>
          <p:cNvSpPr txBox="1"/>
          <p:nvPr/>
        </p:nvSpPr>
        <p:spPr>
          <a:xfrm>
            <a:off x="164286" y="6536844"/>
            <a:ext cx="406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34E10CC-F95B-7D47-A17F-93A4DFBBE657}" type="slidenum">
              <a:rPr lang="en-US" sz="900">
                <a:solidFill>
                  <a:schemeClr val="bg1"/>
                </a:solidFill>
                <a:latin typeface="+mn-lt"/>
                <a:ea typeface="Century" charset="0"/>
                <a:cs typeface="Century" charset="0"/>
              </a:rPr>
              <a:pPr algn="ctr"/>
              <a:t>‹#›</a:t>
            </a:fld>
            <a:endParaRPr lang="en-US" sz="900">
              <a:solidFill>
                <a:schemeClr val="bg1"/>
              </a:solidFill>
              <a:latin typeface="+mn-lt"/>
              <a:ea typeface="Century" charset="0"/>
              <a:cs typeface="Century" charset="0"/>
            </a:endParaRP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0CAF5A11-57F4-2441-B569-94CC96F81F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1237" y="6593150"/>
            <a:ext cx="7139500" cy="1472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002A6ECF-DB55-6ABB-C9B7-0AFAEFD96B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0977" y="2695410"/>
            <a:ext cx="5462017" cy="56819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3120" b="0" i="0" baseline="0">
                <a:solidFill>
                  <a:schemeClr val="bg1"/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Slide Headline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CA38977-980B-E9F7-E069-D27C1722DC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977" y="3291083"/>
            <a:ext cx="5462016" cy="3298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80" b="0" i="1" baseline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>
              <a:lnSpc>
                <a:spcPct val="70000"/>
              </a:lnSpc>
            </a:pPr>
            <a:r>
              <a:rPr lang="en-US"/>
              <a:t>Subhead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16E074-E5C9-FBBB-6A95-87FA96C97607}"/>
              </a:ext>
            </a:extLst>
          </p:cNvPr>
          <p:cNvSpPr txBox="1"/>
          <p:nvPr/>
        </p:nvSpPr>
        <p:spPr>
          <a:xfrm>
            <a:off x="8917380" y="6536845"/>
            <a:ext cx="2249307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" b="0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© 2024 </a:t>
            </a:r>
            <a:r>
              <a:rPr lang="en-US" sz="720" b="0" i="0" u="none" strike="noStrike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Xperi</a:t>
            </a:r>
            <a:r>
              <a:rPr lang="en-US" sz="720" b="0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. All rights reserved.</a:t>
            </a:r>
            <a:endParaRPr lang="en-US" sz="720" b="0">
              <a:solidFill>
                <a:schemeClr val="bg1"/>
              </a:solidFill>
              <a:latin typeface="+mn-lt"/>
              <a:ea typeface="Century" charset="0"/>
              <a:cs typeface="Century" charset="0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961CF4E0-8AE9-187A-83A4-662FE623770A}"/>
              </a:ext>
            </a:extLst>
          </p:cNvPr>
          <p:cNvSpPr/>
          <p:nvPr/>
        </p:nvSpPr>
        <p:spPr>
          <a:xfrm>
            <a:off x="10485337" y="5954578"/>
            <a:ext cx="1706664" cy="916961"/>
          </a:xfrm>
          <a:custGeom>
            <a:avLst/>
            <a:gdLst>
              <a:gd name="connsiteX0" fmla="*/ 728363 w 1141807"/>
              <a:gd name="connsiteY0" fmla="*/ 0 h 598720"/>
              <a:gd name="connsiteX1" fmla="*/ 949675 w 1141807"/>
              <a:gd name="connsiteY1" fmla="*/ 91670 h 598720"/>
              <a:gd name="connsiteX2" fmla="*/ 1141807 w 1141807"/>
              <a:gd name="connsiteY2" fmla="*/ 283802 h 598720"/>
              <a:gd name="connsiteX3" fmla="*/ 1141807 w 1141807"/>
              <a:gd name="connsiteY3" fmla="*/ 598720 h 598720"/>
              <a:gd name="connsiteX4" fmla="*/ 0 w 1141807"/>
              <a:gd name="connsiteY4" fmla="*/ 598720 h 598720"/>
              <a:gd name="connsiteX5" fmla="*/ 507050 w 1141807"/>
              <a:gd name="connsiteY5" fmla="*/ 91670 h 598720"/>
              <a:gd name="connsiteX6" fmla="*/ 728363 w 1141807"/>
              <a:gd name="connsiteY6" fmla="*/ 0 h 59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1807" h="598720">
                <a:moveTo>
                  <a:pt x="728363" y="0"/>
                </a:moveTo>
                <a:cubicBezTo>
                  <a:pt x="808461" y="0"/>
                  <a:pt x="888561" y="30556"/>
                  <a:pt x="949675" y="91670"/>
                </a:cubicBezTo>
                <a:lnTo>
                  <a:pt x="1141807" y="283802"/>
                </a:lnTo>
                <a:lnTo>
                  <a:pt x="1141807" y="598720"/>
                </a:lnTo>
                <a:lnTo>
                  <a:pt x="0" y="598720"/>
                </a:lnTo>
                <a:lnTo>
                  <a:pt x="507050" y="91670"/>
                </a:lnTo>
                <a:cubicBezTo>
                  <a:pt x="568164" y="30556"/>
                  <a:pt x="648264" y="0"/>
                  <a:pt x="728363" y="0"/>
                </a:cubicBezTo>
                <a:close/>
              </a:path>
            </a:pathLst>
          </a:custGeom>
          <a:gradFill flip="none" rotWithShape="1">
            <a:gsLst>
              <a:gs pos="16000">
                <a:srgbClr val="6840BF"/>
              </a:gs>
              <a:gs pos="100000">
                <a:schemeClr val="accent1">
                  <a:lumMod val="83566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  <p:pic>
        <p:nvPicPr>
          <p:cNvPr id="12" name="Picture 1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251CEA95-33B8-4576-94CE-24242D92B7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06420" y="6238838"/>
            <a:ext cx="1833923" cy="91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714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reak Page - Life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purple and blue diamond&#10;&#10;Description automatically generated">
            <a:extLst>
              <a:ext uri="{FF2B5EF4-FFF2-40B4-BE49-F238E27FC236}">
                <a16:creationId xmlns:a16="http://schemas.microsoft.com/office/drawing/2014/main" id="{C07524C7-291C-ABCF-C5EA-29337F3F571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 rot="10800000">
            <a:off x="-4859816" y="-4438151"/>
            <a:ext cx="12320573" cy="15281595"/>
          </a:xfrm>
          <a:custGeom>
            <a:avLst/>
            <a:gdLst>
              <a:gd name="connsiteX0" fmla="*/ 9240430 w 9240430"/>
              <a:gd name="connsiteY0" fmla="*/ 746381 h 11461196"/>
              <a:gd name="connsiteX1" fmla="*/ 6140294 w 9240430"/>
              <a:gd name="connsiteY1" fmla="*/ 746381 h 11461196"/>
              <a:gd name="connsiteX2" fmla="*/ 6140294 w 9240430"/>
              <a:gd name="connsiteY2" fmla="*/ 746268 h 11461196"/>
              <a:gd name="connsiteX3" fmla="*/ 0 w 9240430"/>
              <a:gd name="connsiteY3" fmla="*/ 746268 h 11461196"/>
              <a:gd name="connsiteX4" fmla="*/ 0 w 9240430"/>
              <a:gd name="connsiteY4" fmla="*/ 0 h 11461196"/>
              <a:gd name="connsiteX5" fmla="*/ 9240430 w 9240430"/>
              <a:gd name="connsiteY5" fmla="*/ 0 h 11461196"/>
              <a:gd name="connsiteX6" fmla="*/ 5602636 w 9240430"/>
              <a:gd name="connsiteY6" fmla="*/ 8132588 h 11461196"/>
              <a:gd name="connsiteX7" fmla="*/ 0 w 9240430"/>
              <a:gd name="connsiteY7" fmla="*/ 8132588 h 11461196"/>
              <a:gd name="connsiteX8" fmla="*/ 0 w 9240430"/>
              <a:gd name="connsiteY8" fmla="*/ 2971303 h 11461196"/>
              <a:gd name="connsiteX9" fmla="*/ 5602636 w 9240430"/>
              <a:gd name="connsiteY9" fmla="*/ 2971303 h 11461196"/>
              <a:gd name="connsiteX10" fmla="*/ 9240430 w 9240430"/>
              <a:gd name="connsiteY10" fmla="*/ 11461196 h 11461196"/>
              <a:gd name="connsiteX11" fmla="*/ 0 w 9240430"/>
              <a:gd name="connsiteY11" fmla="*/ 11461196 h 11461196"/>
              <a:gd name="connsiteX12" fmla="*/ 0 w 9240430"/>
              <a:gd name="connsiteY12" fmla="*/ 10357623 h 11461196"/>
              <a:gd name="connsiteX13" fmla="*/ 6140295 w 9240430"/>
              <a:gd name="connsiteY13" fmla="*/ 10357623 h 11461196"/>
              <a:gd name="connsiteX14" fmla="*/ 6140295 w 9240430"/>
              <a:gd name="connsiteY14" fmla="*/ 10334755 h 11461196"/>
              <a:gd name="connsiteX15" fmla="*/ 9240430 w 9240430"/>
              <a:gd name="connsiteY15" fmla="*/ 10334755 h 11461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240430" h="11461196">
                <a:moveTo>
                  <a:pt x="9240430" y="746381"/>
                </a:moveTo>
                <a:lnTo>
                  <a:pt x="6140294" y="746381"/>
                </a:lnTo>
                <a:lnTo>
                  <a:pt x="6140294" y="746268"/>
                </a:lnTo>
                <a:lnTo>
                  <a:pt x="0" y="746268"/>
                </a:lnTo>
                <a:lnTo>
                  <a:pt x="0" y="0"/>
                </a:lnTo>
                <a:lnTo>
                  <a:pt x="9240430" y="0"/>
                </a:lnTo>
                <a:close/>
                <a:moveTo>
                  <a:pt x="5602636" y="8132588"/>
                </a:moveTo>
                <a:lnTo>
                  <a:pt x="0" y="8132588"/>
                </a:lnTo>
                <a:lnTo>
                  <a:pt x="0" y="2971303"/>
                </a:lnTo>
                <a:lnTo>
                  <a:pt x="5602636" y="2971303"/>
                </a:lnTo>
                <a:close/>
                <a:moveTo>
                  <a:pt x="9240430" y="11461196"/>
                </a:moveTo>
                <a:lnTo>
                  <a:pt x="0" y="11461196"/>
                </a:lnTo>
                <a:lnTo>
                  <a:pt x="0" y="10357623"/>
                </a:lnTo>
                <a:lnTo>
                  <a:pt x="6140295" y="10357623"/>
                </a:lnTo>
                <a:lnTo>
                  <a:pt x="6140295" y="10334755"/>
                </a:lnTo>
                <a:lnTo>
                  <a:pt x="9240430" y="10334755"/>
                </a:lnTo>
                <a:close/>
              </a:path>
            </a:pathLst>
          </a:custGeom>
        </p:spPr>
      </p:pic>
      <p:pic>
        <p:nvPicPr>
          <p:cNvPr id="27" name="Picture 26" descr="A purple and blue diamond&#10;&#10;Description automatically generated">
            <a:extLst>
              <a:ext uri="{FF2B5EF4-FFF2-40B4-BE49-F238E27FC236}">
                <a16:creationId xmlns:a16="http://schemas.microsoft.com/office/drawing/2014/main" id="{3715ECBA-14F8-5004-60A6-7265CBD7A38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1000"/>
          </a:blip>
          <a:srcRect t="21699"/>
          <a:stretch>
            <a:fillRect/>
          </a:stretch>
        </p:blipFill>
        <p:spPr>
          <a:xfrm rot="10800000">
            <a:off x="-5671501" y="-3128644"/>
            <a:ext cx="10307325" cy="10010351"/>
          </a:xfrm>
          <a:custGeom>
            <a:avLst/>
            <a:gdLst>
              <a:gd name="connsiteX0" fmla="*/ 3477333 w 7730494"/>
              <a:gd name="connsiteY0" fmla="*/ 5161285 h 7507763"/>
              <a:gd name="connsiteX1" fmla="*/ 0 w 7730494"/>
              <a:gd name="connsiteY1" fmla="*/ 5161285 h 7507763"/>
              <a:gd name="connsiteX2" fmla="*/ 0 w 7730494"/>
              <a:gd name="connsiteY2" fmla="*/ 0 h 7507763"/>
              <a:gd name="connsiteX3" fmla="*/ 3477333 w 7730494"/>
              <a:gd name="connsiteY3" fmla="*/ 0 h 7507763"/>
              <a:gd name="connsiteX4" fmla="*/ 7730494 w 7730494"/>
              <a:gd name="connsiteY4" fmla="*/ 7507763 h 7507763"/>
              <a:gd name="connsiteX5" fmla="*/ 0 w 7730494"/>
              <a:gd name="connsiteY5" fmla="*/ 7507763 h 7507763"/>
              <a:gd name="connsiteX6" fmla="*/ 0 w 7730494"/>
              <a:gd name="connsiteY6" fmla="*/ 7386320 h 7507763"/>
              <a:gd name="connsiteX7" fmla="*/ 4014992 w 7730494"/>
              <a:gd name="connsiteY7" fmla="*/ 7386320 h 7507763"/>
              <a:gd name="connsiteX8" fmla="*/ 4014992 w 7730494"/>
              <a:gd name="connsiteY8" fmla="*/ 7363452 h 7507763"/>
              <a:gd name="connsiteX9" fmla="*/ 7730494 w 7730494"/>
              <a:gd name="connsiteY9" fmla="*/ 7363452 h 7507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30494" h="7507763">
                <a:moveTo>
                  <a:pt x="3477333" y="5161285"/>
                </a:moveTo>
                <a:lnTo>
                  <a:pt x="0" y="5161285"/>
                </a:lnTo>
                <a:lnTo>
                  <a:pt x="0" y="0"/>
                </a:lnTo>
                <a:lnTo>
                  <a:pt x="3477333" y="0"/>
                </a:lnTo>
                <a:close/>
                <a:moveTo>
                  <a:pt x="7730494" y="7507763"/>
                </a:moveTo>
                <a:lnTo>
                  <a:pt x="0" y="7507763"/>
                </a:lnTo>
                <a:lnTo>
                  <a:pt x="0" y="7386320"/>
                </a:lnTo>
                <a:lnTo>
                  <a:pt x="4014992" y="7386320"/>
                </a:lnTo>
                <a:lnTo>
                  <a:pt x="4014992" y="7363452"/>
                </a:lnTo>
                <a:lnTo>
                  <a:pt x="7730494" y="7363452"/>
                </a:lnTo>
                <a:close/>
              </a:path>
            </a:pathLst>
          </a:custGeom>
        </p:spPr>
      </p:pic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078924A5-1E63-8B88-7330-CE59AB724D2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253655" y="839"/>
            <a:ext cx="7947765" cy="6870700"/>
          </a:xfrm>
          <a:custGeom>
            <a:avLst/>
            <a:gdLst>
              <a:gd name="connsiteX0" fmla="*/ 136377 w 5931629"/>
              <a:gd name="connsiteY0" fmla="*/ 0 h 5153025"/>
              <a:gd name="connsiteX1" fmla="*/ 5931629 w 5931629"/>
              <a:gd name="connsiteY1" fmla="*/ 0 h 5153025"/>
              <a:gd name="connsiteX2" fmla="*/ 5931629 w 5931629"/>
              <a:gd name="connsiteY2" fmla="*/ 4838107 h 5153025"/>
              <a:gd name="connsiteX3" fmla="*/ 5739497 w 5931629"/>
              <a:gd name="connsiteY3" fmla="*/ 4645975 h 5153025"/>
              <a:gd name="connsiteX4" fmla="*/ 5518185 w 5931629"/>
              <a:gd name="connsiteY4" fmla="*/ 4554305 h 5153025"/>
              <a:gd name="connsiteX5" fmla="*/ 5296872 w 5931629"/>
              <a:gd name="connsiteY5" fmla="*/ 4645975 h 5153025"/>
              <a:gd name="connsiteX6" fmla="*/ 4789822 w 5931629"/>
              <a:gd name="connsiteY6" fmla="*/ 5153025 h 5153025"/>
              <a:gd name="connsiteX7" fmla="*/ 0 w 5931629"/>
              <a:gd name="connsiteY7" fmla="*/ 5153025 h 5153025"/>
              <a:gd name="connsiteX8" fmla="*/ 1906008 w 5931629"/>
              <a:gd name="connsiteY8" fmla="*/ 3247017 h 5153025"/>
              <a:gd name="connsiteX9" fmla="*/ 1906008 w 5931629"/>
              <a:gd name="connsiteY9" fmla="*/ 1769631 h 5153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31629" h="5153025">
                <a:moveTo>
                  <a:pt x="136377" y="0"/>
                </a:moveTo>
                <a:lnTo>
                  <a:pt x="5931629" y="0"/>
                </a:lnTo>
                <a:lnTo>
                  <a:pt x="5931629" y="4838107"/>
                </a:lnTo>
                <a:lnTo>
                  <a:pt x="5739497" y="4645975"/>
                </a:lnTo>
                <a:cubicBezTo>
                  <a:pt x="5678383" y="4584861"/>
                  <a:pt x="5598283" y="4554305"/>
                  <a:pt x="5518185" y="4554305"/>
                </a:cubicBezTo>
                <a:cubicBezTo>
                  <a:pt x="5438086" y="4554305"/>
                  <a:pt x="5357986" y="4584861"/>
                  <a:pt x="5296872" y="4645975"/>
                </a:cubicBezTo>
                <a:lnTo>
                  <a:pt x="4789822" y="5153025"/>
                </a:lnTo>
                <a:lnTo>
                  <a:pt x="0" y="5153025"/>
                </a:lnTo>
                <a:lnTo>
                  <a:pt x="1906008" y="3247017"/>
                </a:lnTo>
                <a:cubicBezTo>
                  <a:pt x="2313977" y="2839048"/>
                  <a:pt x="2313977" y="2177599"/>
                  <a:pt x="1906008" y="1769631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165A393-38EB-AEE4-CBC5-30A07AE84F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" r="13382" b="67431"/>
          <a:stretch/>
        </p:blipFill>
        <p:spPr>
          <a:xfrm rot="5400000">
            <a:off x="-1535473" y="3412715"/>
            <a:ext cx="4921213" cy="18502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BFBADE-D478-9849-9B0A-94EB0959ED4D}"/>
              </a:ext>
            </a:extLst>
          </p:cNvPr>
          <p:cNvSpPr txBox="1"/>
          <p:nvPr/>
        </p:nvSpPr>
        <p:spPr>
          <a:xfrm>
            <a:off x="164286" y="6536844"/>
            <a:ext cx="406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34E10CC-F95B-7D47-A17F-93A4DFBBE657}" type="slidenum">
              <a:rPr lang="en-US" sz="900">
                <a:solidFill>
                  <a:schemeClr val="bg1"/>
                </a:solidFill>
                <a:latin typeface="+mn-lt"/>
                <a:ea typeface="Century" charset="0"/>
                <a:cs typeface="Century" charset="0"/>
              </a:rPr>
              <a:pPr algn="ctr"/>
              <a:t>‹#›</a:t>
            </a:fld>
            <a:endParaRPr lang="en-US" sz="900">
              <a:solidFill>
                <a:schemeClr val="bg1"/>
              </a:solidFill>
              <a:latin typeface="+mn-lt"/>
              <a:ea typeface="Century" charset="0"/>
              <a:cs typeface="Century" charset="0"/>
            </a:endParaRP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0CAF5A11-57F4-2441-B569-94CC96F81F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1237" y="6593150"/>
            <a:ext cx="7139500" cy="1472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002A6ECF-DB55-6ABB-C9B7-0AFAEFD96B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0977" y="2695410"/>
            <a:ext cx="5462017" cy="56819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3120" b="0" i="0" baseline="0">
                <a:solidFill>
                  <a:schemeClr val="bg1"/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Slide Headline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CA38977-980B-E9F7-E069-D27C1722DC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977" y="3291083"/>
            <a:ext cx="5462016" cy="3298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80" b="0" i="1" baseline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>
              <a:lnSpc>
                <a:spcPct val="70000"/>
              </a:lnSpc>
            </a:pPr>
            <a:r>
              <a:rPr lang="en-US"/>
              <a:t>Subhead</a:t>
            </a:r>
          </a:p>
        </p:txBody>
      </p:sp>
      <p:pic>
        <p:nvPicPr>
          <p:cNvPr id="2" name="Picture 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F13609A3-037D-003B-E848-61B61D5FB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3803" y="5954578"/>
            <a:ext cx="1833923" cy="9169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0B1BDB-70C0-D18E-B273-C4E7FCC69711}"/>
              </a:ext>
            </a:extLst>
          </p:cNvPr>
          <p:cNvSpPr txBox="1"/>
          <p:nvPr/>
        </p:nvSpPr>
        <p:spPr>
          <a:xfrm>
            <a:off x="8917380" y="6536845"/>
            <a:ext cx="2249307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" b="0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© 2024 </a:t>
            </a:r>
            <a:r>
              <a:rPr lang="en-US" sz="720" b="0" i="0" u="none" strike="noStrike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Xperi</a:t>
            </a:r>
            <a:r>
              <a:rPr lang="en-US" sz="720" b="0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. All rights reserved.</a:t>
            </a:r>
            <a:endParaRPr lang="en-US" sz="720" b="0">
              <a:solidFill>
                <a:schemeClr val="bg1"/>
              </a:solidFill>
              <a:latin typeface="+mn-lt"/>
              <a:ea typeface="Century" charset="0"/>
              <a:cs typeface="Century" charset="0"/>
            </a:endParaRP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57AA8495-6A6B-D54F-3255-9AD8D4D3AB1D}"/>
              </a:ext>
            </a:extLst>
          </p:cNvPr>
          <p:cNvSpPr/>
          <p:nvPr/>
        </p:nvSpPr>
        <p:spPr>
          <a:xfrm>
            <a:off x="10485337" y="5954578"/>
            <a:ext cx="1706664" cy="916961"/>
          </a:xfrm>
          <a:custGeom>
            <a:avLst/>
            <a:gdLst>
              <a:gd name="connsiteX0" fmla="*/ 728363 w 1141807"/>
              <a:gd name="connsiteY0" fmla="*/ 0 h 598720"/>
              <a:gd name="connsiteX1" fmla="*/ 949675 w 1141807"/>
              <a:gd name="connsiteY1" fmla="*/ 91670 h 598720"/>
              <a:gd name="connsiteX2" fmla="*/ 1141807 w 1141807"/>
              <a:gd name="connsiteY2" fmla="*/ 283802 h 598720"/>
              <a:gd name="connsiteX3" fmla="*/ 1141807 w 1141807"/>
              <a:gd name="connsiteY3" fmla="*/ 598720 h 598720"/>
              <a:gd name="connsiteX4" fmla="*/ 0 w 1141807"/>
              <a:gd name="connsiteY4" fmla="*/ 598720 h 598720"/>
              <a:gd name="connsiteX5" fmla="*/ 507050 w 1141807"/>
              <a:gd name="connsiteY5" fmla="*/ 91670 h 598720"/>
              <a:gd name="connsiteX6" fmla="*/ 728363 w 1141807"/>
              <a:gd name="connsiteY6" fmla="*/ 0 h 59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1807" h="598720">
                <a:moveTo>
                  <a:pt x="728363" y="0"/>
                </a:moveTo>
                <a:cubicBezTo>
                  <a:pt x="808461" y="0"/>
                  <a:pt x="888561" y="30556"/>
                  <a:pt x="949675" y="91670"/>
                </a:cubicBezTo>
                <a:lnTo>
                  <a:pt x="1141807" y="283802"/>
                </a:lnTo>
                <a:lnTo>
                  <a:pt x="1141807" y="598720"/>
                </a:lnTo>
                <a:lnTo>
                  <a:pt x="0" y="598720"/>
                </a:lnTo>
                <a:lnTo>
                  <a:pt x="507050" y="91670"/>
                </a:lnTo>
                <a:cubicBezTo>
                  <a:pt x="568164" y="30556"/>
                  <a:pt x="648264" y="0"/>
                  <a:pt x="728363" y="0"/>
                </a:cubicBezTo>
                <a:close/>
              </a:path>
            </a:pathLst>
          </a:custGeom>
          <a:gradFill flip="none" rotWithShape="1">
            <a:gsLst>
              <a:gs pos="16000">
                <a:srgbClr val="6840BF"/>
              </a:gs>
              <a:gs pos="100000">
                <a:schemeClr val="accent1">
                  <a:lumMod val="83566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  <p:pic>
        <p:nvPicPr>
          <p:cNvPr id="34" name="Picture 33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C3A80DE-38D6-D984-2680-54E3B7C14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6420" y="6238838"/>
            <a:ext cx="1833923" cy="91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6566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FFABDBAC-C541-E6FA-D5C2-BCCE547C2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3342292-FEB7-8543-86E8-D41008C798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90" y="3000950"/>
            <a:ext cx="12128220" cy="568197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110000"/>
              </a:lnSpc>
              <a:buNone/>
              <a:defRPr sz="3120" b="0" i="0" baseline="0">
                <a:solidFill>
                  <a:schemeClr val="bg1"/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Thanks.</a:t>
            </a:r>
          </a:p>
        </p:txBody>
      </p:sp>
    </p:spTree>
    <p:extLst>
      <p:ext uri="{BB962C8B-B14F-4D97-AF65-F5344CB8AC3E}">
        <p14:creationId xmlns:p14="http://schemas.microsoft.com/office/powerpoint/2010/main" val="14093672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3342292-FEB7-8543-86E8-D41008C798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90" y="3000950"/>
            <a:ext cx="12128220" cy="568197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110000"/>
              </a:lnSpc>
              <a:buNone/>
              <a:defRPr sz="3120" b="0" i="0" baseline="0">
                <a:solidFill>
                  <a:schemeClr val="bg1"/>
                </a:solidFill>
                <a:latin typeface="Century Gothic"/>
                <a:cs typeface="Century Gothic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Thanks.</a:t>
            </a:r>
          </a:p>
        </p:txBody>
      </p:sp>
    </p:spTree>
    <p:extLst>
      <p:ext uri="{BB962C8B-B14F-4D97-AF65-F5344CB8AC3E}">
        <p14:creationId xmlns:p14="http://schemas.microsoft.com/office/powerpoint/2010/main" val="1830912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E296201C-CF41-120B-DC2B-3DBEDAE68A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51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4" r:id="rId1"/>
    <p:sldLayoutId id="2147484455" r:id="rId2"/>
    <p:sldLayoutId id="2147484457" r:id="rId3"/>
  </p:sldLayoutIdLst>
  <p:hf sldNum="0" hdr="0" ftr="0" dt="0"/>
  <p:txStyles>
    <p:titleStyle>
      <a:lvl1pPr algn="l" defTabSz="548626" rtl="0" eaLnBrk="1" latinLnBrk="0" hangingPunct="1">
        <a:spcBef>
          <a:spcPct val="0"/>
        </a:spcBef>
        <a:buNone/>
        <a:defRPr sz="1080" i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11470" indent="-411470" algn="l" defTabSz="548626" rtl="0" eaLnBrk="1" latinLnBrk="0" hangingPunct="1">
        <a:spcBef>
          <a:spcPct val="20000"/>
        </a:spcBef>
        <a:buFont typeface="Arial"/>
        <a:buChar char="•"/>
        <a:defRPr sz="3840" kern="1200">
          <a:solidFill>
            <a:srgbClr val="4E4D4E"/>
          </a:solidFill>
          <a:latin typeface="Arial"/>
          <a:ea typeface="+mn-ea"/>
          <a:cs typeface="Arial"/>
        </a:defRPr>
      </a:lvl1pPr>
      <a:lvl2pPr marL="891518" indent="-342891" algn="l" defTabSz="548626" rtl="0" eaLnBrk="1" latinLnBrk="0" hangingPunct="1">
        <a:spcBef>
          <a:spcPct val="20000"/>
        </a:spcBef>
        <a:buFont typeface="Arial"/>
        <a:buChar char="–"/>
        <a:defRPr sz="3360" kern="1200">
          <a:solidFill>
            <a:srgbClr val="4E4D4E"/>
          </a:solidFill>
          <a:latin typeface="Arial"/>
          <a:ea typeface="+mn-ea"/>
          <a:cs typeface="Arial"/>
        </a:defRPr>
      </a:lvl2pPr>
      <a:lvl3pPr marL="1371566" indent="-274313" algn="l" defTabSz="548626" rtl="0" eaLnBrk="1" latinLnBrk="0" hangingPunct="1">
        <a:spcBef>
          <a:spcPct val="20000"/>
        </a:spcBef>
        <a:buFont typeface="Arial"/>
        <a:buChar char="•"/>
        <a:defRPr sz="2880" kern="1200">
          <a:solidFill>
            <a:srgbClr val="4E4D4E"/>
          </a:solidFill>
          <a:latin typeface="Arial"/>
          <a:ea typeface="+mn-ea"/>
          <a:cs typeface="Arial"/>
        </a:defRPr>
      </a:lvl3pPr>
      <a:lvl4pPr marL="1920192" indent="-274313" algn="l" defTabSz="548626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4E4D4E"/>
          </a:solidFill>
          <a:latin typeface="Arial"/>
          <a:ea typeface="+mn-ea"/>
          <a:cs typeface="Arial"/>
        </a:defRPr>
      </a:lvl4pPr>
      <a:lvl5pPr marL="2468818" indent="-274313" algn="l" defTabSz="548626" rtl="0" eaLnBrk="1" latinLnBrk="0" hangingPunct="1">
        <a:spcBef>
          <a:spcPct val="20000"/>
        </a:spcBef>
        <a:buFont typeface="Arial"/>
        <a:buChar char="»"/>
        <a:defRPr sz="2400" kern="1200">
          <a:solidFill>
            <a:srgbClr val="4E4D4E"/>
          </a:solidFill>
          <a:latin typeface="Arial"/>
          <a:ea typeface="+mn-ea"/>
          <a:cs typeface="Arial"/>
        </a:defRPr>
      </a:lvl5pPr>
      <a:lvl6pPr marL="3017445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71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97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323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26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53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79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05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58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84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01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colorful diamond shaped object&#10;&#10;Description automatically generated">
            <a:extLst>
              <a:ext uri="{FF2B5EF4-FFF2-40B4-BE49-F238E27FC236}">
                <a16:creationId xmlns:a16="http://schemas.microsoft.com/office/drawing/2014/main" id="{600E24EE-5982-7233-6DE3-9800C229E7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173775" y="5874663"/>
            <a:ext cx="1904491" cy="2362200"/>
          </a:xfrm>
          <a:custGeom>
            <a:avLst/>
            <a:gdLst>
              <a:gd name="connsiteX0" fmla="*/ 1036462 w 1428368"/>
              <a:gd name="connsiteY0" fmla="*/ 1691982 h 1771650"/>
              <a:gd name="connsiteX1" fmla="*/ 1428368 w 1428368"/>
              <a:gd name="connsiteY1" fmla="*/ 1691982 h 1771650"/>
              <a:gd name="connsiteX2" fmla="*/ 1428368 w 1428368"/>
              <a:gd name="connsiteY2" fmla="*/ 1771650 h 1771650"/>
              <a:gd name="connsiteX3" fmla="*/ 0 w 1428368"/>
              <a:gd name="connsiteY3" fmla="*/ 1771650 h 1771650"/>
              <a:gd name="connsiteX4" fmla="*/ 0 w 1428368"/>
              <a:gd name="connsiteY4" fmla="*/ 1700743 h 1771650"/>
              <a:gd name="connsiteX5" fmla="*/ 1036462 w 1428368"/>
              <a:gd name="connsiteY5" fmla="*/ 1700743 h 1771650"/>
              <a:gd name="connsiteX6" fmla="*/ 0 w 1428368"/>
              <a:gd name="connsiteY6" fmla="*/ 0 h 1771650"/>
              <a:gd name="connsiteX7" fmla="*/ 768985 w 1428368"/>
              <a:gd name="connsiteY7" fmla="*/ 0 h 1771650"/>
              <a:gd name="connsiteX8" fmla="*/ 768985 w 1428368"/>
              <a:gd name="connsiteY8" fmla="*/ 746264 h 1771650"/>
              <a:gd name="connsiteX9" fmla="*/ 0 w 1428368"/>
              <a:gd name="connsiteY9" fmla="*/ 746264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28368" h="1771650">
                <a:moveTo>
                  <a:pt x="1036462" y="1691982"/>
                </a:moveTo>
                <a:lnTo>
                  <a:pt x="1428368" y="1691982"/>
                </a:lnTo>
                <a:lnTo>
                  <a:pt x="1428368" y="1771650"/>
                </a:lnTo>
                <a:lnTo>
                  <a:pt x="0" y="1771650"/>
                </a:lnTo>
                <a:lnTo>
                  <a:pt x="0" y="1700743"/>
                </a:lnTo>
                <a:lnTo>
                  <a:pt x="1036462" y="1700743"/>
                </a:lnTo>
                <a:close/>
                <a:moveTo>
                  <a:pt x="0" y="0"/>
                </a:moveTo>
                <a:lnTo>
                  <a:pt x="768985" y="0"/>
                </a:lnTo>
                <a:lnTo>
                  <a:pt x="768985" y="746264"/>
                </a:lnTo>
                <a:lnTo>
                  <a:pt x="0" y="746264"/>
                </a:lnTo>
                <a:close/>
              </a:path>
            </a:pathLst>
          </a:cu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62626960-B4E6-C515-DB26-9BA3506205C6}"/>
              </a:ext>
            </a:extLst>
          </p:cNvPr>
          <p:cNvSpPr/>
          <p:nvPr/>
        </p:nvSpPr>
        <p:spPr>
          <a:xfrm>
            <a:off x="10493631" y="5952090"/>
            <a:ext cx="1706664" cy="916961"/>
          </a:xfrm>
          <a:custGeom>
            <a:avLst/>
            <a:gdLst>
              <a:gd name="connsiteX0" fmla="*/ 728363 w 1141807"/>
              <a:gd name="connsiteY0" fmla="*/ 0 h 598720"/>
              <a:gd name="connsiteX1" fmla="*/ 949675 w 1141807"/>
              <a:gd name="connsiteY1" fmla="*/ 91670 h 598720"/>
              <a:gd name="connsiteX2" fmla="*/ 1141807 w 1141807"/>
              <a:gd name="connsiteY2" fmla="*/ 283802 h 598720"/>
              <a:gd name="connsiteX3" fmla="*/ 1141807 w 1141807"/>
              <a:gd name="connsiteY3" fmla="*/ 598720 h 598720"/>
              <a:gd name="connsiteX4" fmla="*/ 0 w 1141807"/>
              <a:gd name="connsiteY4" fmla="*/ 598720 h 598720"/>
              <a:gd name="connsiteX5" fmla="*/ 507050 w 1141807"/>
              <a:gd name="connsiteY5" fmla="*/ 91670 h 598720"/>
              <a:gd name="connsiteX6" fmla="*/ 728363 w 1141807"/>
              <a:gd name="connsiteY6" fmla="*/ 0 h 59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1807" h="598720">
                <a:moveTo>
                  <a:pt x="728363" y="0"/>
                </a:moveTo>
                <a:cubicBezTo>
                  <a:pt x="808461" y="0"/>
                  <a:pt x="888561" y="30556"/>
                  <a:pt x="949675" y="91670"/>
                </a:cubicBezTo>
                <a:lnTo>
                  <a:pt x="1141807" y="283802"/>
                </a:lnTo>
                <a:lnTo>
                  <a:pt x="1141807" y="598720"/>
                </a:lnTo>
                <a:lnTo>
                  <a:pt x="0" y="598720"/>
                </a:lnTo>
                <a:lnTo>
                  <a:pt x="507050" y="91670"/>
                </a:lnTo>
                <a:cubicBezTo>
                  <a:pt x="568164" y="30556"/>
                  <a:pt x="648264" y="0"/>
                  <a:pt x="728363" y="0"/>
                </a:cubicBezTo>
                <a:close/>
              </a:path>
            </a:pathLst>
          </a:custGeom>
          <a:gradFill flip="none" rotWithShape="1">
            <a:gsLst>
              <a:gs pos="16000">
                <a:srgbClr val="6840BF"/>
              </a:gs>
              <a:gs pos="100000">
                <a:schemeClr val="accent1">
                  <a:lumMod val="83566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  <p:pic>
        <p:nvPicPr>
          <p:cNvPr id="6" name="Picture 5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30E4E1F7-38A7-AFD7-B681-92ACABDDFD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4713" y="6236350"/>
            <a:ext cx="1833923" cy="9169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4286" y="6536844"/>
            <a:ext cx="406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34E10CC-F95B-7D47-A17F-93A4DFBBE657}" type="slidenum">
              <a:rPr lang="en-US" sz="900">
                <a:solidFill>
                  <a:schemeClr val="tx2"/>
                </a:solidFill>
                <a:latin typeface="+mn-lt"/>
                <a:cs typeface="AvantGardeITC-Book"/>
              </a:rPr>
              <a:pPr algn="ctr"/>
              <a:t>‹#›</a:t>
            </a:fld>
            <a:endParaRPr lang="en-US" sz="900">
              <a:solidFill>
                <a:schemeClr val="tx2"/>
              </a:solidFill>
              <a:latin typeface="+mn-lt"/>
              <a:cs typeface="AvantGardeITC-Book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17380" y="6536845"/>
            <a:ext cx="2249307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© 2024 </a:t>
            </a:r>
            <a:r>
              <a:rPr lang="en-US" sz="72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Xperi</a:t>
            </a:r>
            <a:r>
              <a:rPr lang="en-US" sz="72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All rights reserved.</a:t>
            </a:r>
            <a:endParaRPr lang="en-US" sz="720" b="0">
              <a:solidFill>
                <a:schemeClr val="tx2">
                  <a:lumMod val="50000"/>
                </a:schemeClr>
              </a:solidFill>
              <a:latin typeface="+mn-lt"/>
              <a:ea typeface="Century" charset="0"/>
              <a:cs typeface="Century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71237" y="6593150"/>
            <a:ext cx="7139500" cy="1472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 b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70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6" r:id="rId1"/>
    <p:sldLayoutId id="2147484427" r:id="rId2"/>
  </p:sldLayoutIdLst>
  <p:hf sldNum="0" hdr="0" ftr="0" dt="0"/>
  <p:txStyles>
    <p:titleStyle>
      <a:lvl1pPr algn="l" defTabSz="548626" rtl="0" eaLnBrk="1" latinLnBrk="0" hangingPunct="1">
        <a:spcBef>
          <a:spcPct val="0"/>
        </a:spcBef>
        <a:buNone/>
        <a:defRPr sz="1080" i="1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411470" indent="-411470" algn="l" defTabSz="548626" rtl="0" eaLnBrk="1" latinLnBrk="0" hangingPunct="1">
        <a:spcBef>
          <a:spcPct val="20000"/>
        </a:spcBef>
        <a:buFont typeface="Arial"/>
        <a:buChar char="•"/>
        <a:defRPr sz="3840" kern="1200">
          <a:solidFill>
            <a:srgbClr val="4E4D4E"/>
          </a:solidFill>
          <a:latin typeface="Arial"/>
          <a:ea typeface="+mn-ea"/>
          <a:cs typeface="Arial"/>
        </a:defRPr>
      </a:lvl1pPr>
      <a:lvl2pPr marL="891518" indent="-342891" algn="l" defTabSz="548626" rtl="0" eaLnBrk="1" latinLnBrk="0" hangingPunct="1">
        <a:spcBef>
          <a:spcPct val="20000"/>
        </a:spcBef>
        <a:buFont typeface="Arial"/>
        <a:buChar char="–"/>
        <a:defRPr sz="3360" kern="1200">
          <a:solidFill>
            <a:srgbClr val="4E4D4E"/>
          </a:solidFill>
          <a:latin typeface="Arial"/>
          <a:ea typeface="+mn-ea"/>
          <a:cs typeface="Arial"/>
        </a:defRPr>
      </a:lvl2pPr>
      <a:lvl3pPr marL="1371566" indent="-274313" algn="l" defTabSz="548626" rtl="0" eaLnBrk="1" latinLnBrk="0" hangingPunct="1">
        <a:spcBef>
          <a:spcPct val="20000"/>
        </a:spcBef>
        <a:buFont typeface="Arial"/>
        <a:buChar char="•"/>
        <a:defRPr sz="2880" kern="1200">
          <a:solidFill>
            <a:srgbClr val="4E4D4E"/>
          </a:solidFill>
          <a:latin typeface="Arial"/>
          <a:ea typeface="+mn-ea"/>
          <a:cs typeface="Arial"/>
        </a:defRPr>
      </a:lvl3pPr>
      <a:lvl4pPr marL="1920192" indent="-274313" algn="l" defTabSz="548626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4E4D4E"/>
          </a:solidFill>
          <a:latin typeface="Arial"/>
          <a:ea typeface="+mn-ea"/>
          <a:cs typeface="Arial"/>
        </a:defRPr>
      </a:lvl4pPr>
      <a:lvl5pPr marL="2468818" indent="-274313" algn="l" defTabSz="548626" rtl="0" eaLnBrk="1" latinLnBrk="0" hangingPunct="1">
        <a:spcBef>
          <a:spcPct val="20000"/>
        </a:spcBef>
        <a:buFont typeface="Arial"/>
        <a:buChar char="»"/>
        <a:defRPr sz="2400" kern="1200">
          <a:solidFill>
            <a:srgbClr val="4E4D4E"/>
          </a:solidFill>
          <a:latin typeface="Arial"/>
          <a:ea typeface="+mn-ea"/>
          <a:cs typeface="Arial"/>
        </a:defRPr>
      </a:lvl5pPr>
      <a:lvl6pPr marL="3017445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71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97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323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26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53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79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05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58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84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01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64286" y="6536844"/>
            <a:ext cx="406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34E10CC-F95B-7D47-A17F-93A4DFBBE657}" type="slidenum">
              <a:rPr lang="en-US" sz="900">
                <a:solidFill>
                  <a:schemeClr val="tx2"/>
                </a:solidFill>
                <a:latin typeface="+mn-lt"/>
                <a:ea typeface="Century" charset="0"/>
                <a:cs typeface="Century" charset="0"/>
              </a:rPr>
              <a:pPr algn="ctr"/>
              <a:t>‹#›</a:t>
            </a:fld>
            <a:endParaRPr lang="en-US" sz="900">
              <a:solidFill>
                <a:schemeClr val="tx2"/>
              </a:solidFill>
              <a:latin typeface="+mn-lt"/>
              <a:ea typeface="Century" charset="0"/>
              <a:cs typeface="Century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71237" y="6593150"/>
            <a:ext cx="7139500" cy="1472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 b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D3F331-7108-FB45-804F-4FEF12338D47}"/>
              </a:ext>
            </a:extLst>
          </p:cNvPr>
          <p:cNvSpPr txBox="1"/>
          <p:nvPr/>
        </p:nvSpPr>
        <p:spPr>
          <a:xfrm>
            <a:off x="8917380" y="6536845"/>
            <a:ext cx="2249307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© 2024 </a:t>
            </a:r>
            <a:r>
              <a:rPr lang="en-US" sz="72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Xperi</a:t>
            </a:r>
            <a:r>
              <a:rPr lang="en-US" sz="72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All rights reserved.</a:t>
            </a:r>
            <a:endParaRPr lang="en-US" sz="720" b="0">
              <a:solidFill>
                <a:schemeClr val="tx2">
                  <a:lumMod val="50000"/>
                </a:schemeClr>
              </a:solidFill>
              <a:latin typeface="+mn-lt"/>
              <a:ea typeface="Century" charset="0"/>
              <a:cs typeface="Century" charset="0"/>
            </a:endParaRPr>
          </a:p>
        </p:txBody>
      </p:sp>
      <p:pic>
        <p:nvPicPr>
          <p:cNvPr id="9" name="Picture 8" descr="A colorful diamond shaped object&#10;&#10;Description automatically generated">
            <a:extLst>
              <a:ext uri="{FF2B5EF4-FFF2-40B4-BE49-F238E27FC236}">
                <a16:creationId xmlns:a16="http://schemas.microsoft.com/office/drawing/2014/main" id="{318DB447-4B47-E93B-52D7-53BAECAA46B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1173775" y="5874663"/>
            <a:ext cx="1904491" cy="2362200"/>
          </a:xfrm>
          <a:custGeom>
            <a:avLst/>
            <a:gdLst>
              <a:gd name="connsiteX0" fmla="*/ 1036462 w 1428368"/>
              <a:gd name="connsiteY0" fmla="*/ 1691982 h 1771650"/>
              <a:gd name="connsiteX1" fmla="*/ 1428368 w 1428368"/>
              <a:gd name="connsiteY1" fmla="*/ 1691982 h 1771650"/>
              <a:gd name="connsiteX2" fmla="*/ 1428368 w 1428368"/>
              <a:gd name="connsiteY2" fmla="*/ 1771650 h 1771650"/>
              <a:gd name="connsiteX3" fmla="*/ 0 w 1428368"/>
              <a:gd name="connsiteY3" fmla="*/ 1771650 h 1771650"/>
              <a:gd name="connsiteX4" fmla="*/ 0 w 1428368"/>
              <a:gd name="connsiteY4" fmla="*/ 1700743 h 1771650"/>
              <a:gd name="connsiteX5" fmla="*/ 1036462 w 1428368"/>
              <a:gd name="connsiteY5" fmla="*/ 1700743 h 1771650"/>
              <a:gd name="connsiteX6" fmla="*/ 0 w 1428368"/>
              <a:gd name="connsiteY6" fmla="*/ 0 h 1771650"/>
              <a:gd name="connsiteX7" fmla="*/ 768985 w 1428368"/>
              <a:gd name="connsiteY7" fmla="*/ 0 h 1771650"/>
              <a:gd name="connsiteX8" fmla="*/ 768985 w 1428368"/>
              <a:gd name="connsiteY8" fmla="*/ 746264 h 1771650"/>
              <a:gd name="connsiteX9" fmla="*/ 0 w 1428368"/>
              <a:gd name="connsiteY9" fmla="*/ 746264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28368" h="1771650">
                <a:moveTo>
                  <a:pt x="1036462" y="1691982"/>
                </a:moveTo>
                <a:lnTo>
                  <a:pt x="1428368" y="1691982"/>
                </a:lnTo>
                <a:lnTo>
                  <a:pt x="1428368" y="1771650"/>
                </a:lnTo>
                <a:lnTo>
                  <a:pt x="0" y="1771650"/>
                </a:lnTo>
                <a:lnTo>
                  <a:pt x="0" y="1700743"/>
                </a:lnTo>
                <a:lnTo>
                  <a:pt x="1036462" y="1700743"/>
                </a:lnTo>
                <a:close/>
                <a:moveTo>
                  <a:pt x="0" y="0"/>
                </a:moveTo>
                <a:lnTo>
                  <a:pt x="768985" y="0"/>
                </a:lnTo>
                <a:lnTo>
                  <a:pt x="768985" y="746264"/>
                </a:lnTo>
                <a:lnTo>
                  <a:pt x="0" y="746264"/>
                </a:lnTo>
                <a:close/>
              </a:path>
            </a:pathLst>
          </a:cu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561DB53A-1C67-DF53-C81B-97279AF693FC}"/>
              </a:ext>
            </a:extLst>
          </p:cNvPr>
          <p:cNvSpPr/>
          <p:nvPr/>
        </p:nvSpPr>
        <p:spPr>
          <a:xfrm>
            <a:off x="10493631" y="5952090"/>
            <a:ext cx="1706664" cy="916961"/>
          </a:xfrm>
          <a:custGeom>
            <a:avLst/>
            <a:gdLst>
              <a:gd name="connsiteX0" fmla="*/ 728363 w 1141807"/>
              <a:gd name="connsiteY0" fmla="*/ 0 h 598720"/>
              <a:gd name="connsiteX1" fmla="*/ 949675 w 1141807"/>
              <a:gd name="connsiteY1" fmla="*/ 91670 h 598720"/>
              <a:gd name="connsiteX2" fmla="*/ 1141807 w 1141807"/>
              <a:gd name="connsiteY2" fmla="*/ 283802 h 598720"/>
              <a:gd name="connsiteX3" fmla="*/ 1141807 w 1141807"/>
              <a:gd name="connsiteY3" fmla="*/ 598720 h 598720"/>
              <a:gd name="connsiteX4" fmla="*/ 0 w 1141807"/>
              <a:gd name="connsiteY4" fmla="*/ 598720 h 598720"/>
              <a:gd name="connsiteX5" fmla="*/ 507050 w 1141807"/>
              <a:gd name="connsiteY5" fmla="*/ 91670 h 598720"/>
              <a:gd name="connsiteX6" fmla="*/ 728363 w 1141807"/>
              <a:gd name="connsiteY6" fmla="*/ 0 h 59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1807" h="598720">
                <a:moveTo>
                  <a:pt x="728363" y="0"/>
                </a:moveTo>
                <a:cubicBezTo>
                  <a:pt x="808461" y="0"/>
                  <a:pt x="888561" y="30556"/>
                  <a:pt x="949675" y="91670"/>
                </a:cubicBezTo>
                <a:lnTo>
                  <a:pt x="1141807" y="283802"/>
                </a:lnTo>
                <a:lnTo>
                  <a:pt x="1141807" y="598720"/>
                </a:lnTo>
                <a:lnTo>
                  <a:pt x="0" y="598720"/>
                </a:lnTo>
                <a:lnTo>
                  <a:pt x="507050" y="91670"/>
                </a:lnTo>
                <a:cubicBezTo>
                  <a:pt x="568164" y="30556"/>
                  <a:pt x="648264" y="0"/>
                  <a:pt x="728363" y="0"/>
                </a:cubicBezTo>
                <a:close/>
              </a:path>
            </a:pathLst>
          </a:custGeom>
          <a:gradFill flip="none" rotWithShape="1">
            <a:gsLst>
              <a:gs pos="16000">
                <a:srgbClr val="6840BF"/>
              </a:gs>
              <a:gs pos="100000">
                <a:srgbClr val="E1267D">
                  <a:lumMod val="83566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pic>
        <p:nvPicPr>
          <p:cNvPr id="12" name="Picture 1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361CB020-9C4A-74DC-761A-CD60CA7CF9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14713" y="6236350"/>
            <a:ext cx="1833923" cy="91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065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</p:sldLayoutIdLst>
  <p:hf sldNum="0" hdr="0" ftr="0" dt="0"/>
  <p:txStyles>
    <p:titleStyle>
      <a:lvl1pPr algn="ctr" defTabSz="548626" rtl="0" eaLnBrk="1" latinLnBrk="0" hangingPunct="1"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470" indent="-411470" algn="l" defTabSz="548626" rtl="0" eaLnBrk="1" latinLnBrk="0" hangingPunct="1">
        <a:spcBef>
          <a:spcPct val="20000"/>
        </a:spcBef>
        <a:buFont typeface="Arial"/>
        <a:buChar char="•"/>
        <a:defRPr sz="3840" kern="1200">
          <a:solidFill>
            <a:srgbClr val="4E4D4E"/>
          </a:solidFill>
          <a:latin typeface="Arial"/>
          <a:ea typeface="+mn-ea"/>
          <a:cs typeface="Arial"/>
        </a:defRPr>
      </a:lvl1pPr>
      <a:lvl2pPr marL="891518" indent="-342891" algn="l" defTabSz="548626" rtl="0" eaLnBrk="1" latinLnBrk="0" hangingPunct="1">
        <a:spcBef>
          <a:spcPct val="20000"/>
        </a:spcBef>
        <a:buFont typeface="Arial"/>
        <a:buChar char="–"/>
        <a:defRPr sz="3360" kern="1200">
          <a:solidFill>
            <a:srgbClr val="4E4D4E"/>
          </a:solidFill>
          <a:latin typeface="Arial"/>
          <a:ea typeface="+mn-ea"/>
          <a:cs typeface="Arial"/>
        </a:defRPr>
      </a:lvl2pPr>
      <a:lvl3pPr marL="1371566" indent="-274313" algn="l" defTabSz="548626" rtl="0" eaLnBrk="1" latinLnBrk="0" hangingPunct="1">
        <a:spcBef>
          <a:spcPct val="20000"/>
        </a:spcBef>
        <a:buFont typeface="Arial"/>
        <a:buChar char="•"/>
        <a:defRPr sz="2880" kern="1200">
          <a:solidFill>
            <a:srgbClr val="4E4D4E"/>
          </a:solidFill>
          <a:latin typeface="Arial"/>
          <a:ea typeface="+mn-ea"/>
          <a:cs typeface="Arial"/>
        </a:defRPr>
      </a:lvl3pPr>
      <a:lvl4pPr marL="1920192" indent="-274313" algn="l" defTabSz="548626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4E4D4E"/>
          </a:solidFill>
          <a:latin typeface="Arial"/>
          <a:ea typeface="+mn-ea"/>
          <a:cs typeface="Arial"/>
        </a:defRPr>
      </a:lvl4pPr>
      <a:lvl5pPr marL="2468818" indent="-274313" algn="l" defTabSz="548626" rtl="0" eaLnBrk="1" latinLnBrk="0" hangingPunct="1">
        <a:spcBef>
          <a:spcPct val="20000"/>
        </a:spcBef>
        <a:buFont typeface="Arial"/>
        <a:buChar char="»"/>
        <a:defRPr sz="2400" kern="1200">
          <a:solidFill>
            <a:srgbClr val="4E4D4E"/>
          </a:solidFill>
          <a:latin typeface="Arial"/>
          <a:ea typeface="+mn-ea"/>
          <a:cs typeface="Arial"/>
        </a:defRPr>
      </a:lvl5pPr>
      <a:lvl6pPr marL="3017445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71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97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323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26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53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79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05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58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84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01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681A8C-E806-8D91-5163-F190993828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690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4286" y="6536844"/>
            <a:ext cx="406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34E10CC-F95B-7D47-A17F-93A4DFBBE657}" type="slidenum">
              <a:rPr lang="en-US" sz="900">
                <a:solidFill>
                  <a:schemeClr val="bg1"/>
                </a:solidFill>
                <a:latin typeface="+mn-lt"/>
                <a:ea typeface="Century" charset="0"/>
                <a:cs typeface="Century" charset="0"/>
              </a:rPr>
              <a:pPr algn="ctr"/>
              <a:t>‹#›</a:t>
            </a:fld>
            <a:endParaRPr lang="en-US" sz="900">
              <a:solidFill>
                <a:schemeClr val="bg1"/>
              </a:solidFill>
              <a:latin typeface="+mn-lt"/>
              <a:ea typeface="Century" charset="0"/>
              <a:cs typeface="Century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71237" y="6593150"/>
            <a:ext cx="7139500" cy="1472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E0A808-61F5-CDEE-E56B-5A1A44FFC39A}"/>
              </a:ext>
            </a:extLst>
          </p:cNvPr>
          <p:cNvSpPr txBox="1"/>
          <p:nvPr/>
        </p:nvSpPr>
        <p:spPr>
          <a:xfrm>
            <a:off x="8917380" y="6536845"/>
            <a:ext cx="2249307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" b="0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© 2024 </a:t>
            </a:r>
            <a:r>
              <a:rPr lang="en-US" sz="720" b="0" i="0" u="none" strike="noStrike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Xperi</a:t>
            </a:r>
            <a:r>
              <a:rPr lang="en-US" sz="720" b="0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. All rights reserved.</a:t>
            </a:r>
            <a:endParaRPr lang="en-US" sz="720" b="0">
              <a:solidFill>
                <a:schemeClr val="bg1"/>
              </a:solidFill>
              <a:latin typeface="+mn-lt"/>
              <a:ea typeface="Century" charset="0"/>
              <a:cs typeface="Century" charset="0"/>
            </a:endParaRPr>
          </a:p>
        </p:txBody>
      </p:sp>
      <p:pic>
        <p:nvPicPr>
          <p:cNvPr id="6" name="Picture 5" descr="A colorful diamond shaped object&#10;&#10;Description automatically generated">
            <a:extLst>
              <a:ext uri="{FF2B5EF4-FFF2-40B4-BE49-F238E27FC236}">
                <a16:creationId xmlns:a16="http://schemas.microsoft.com/office/drawing/2014/main" id="{574A420F-8AF7-0C1B-9042-1610B4FD140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1173775" y="5874663"/>
            <a:ext cx="1904491" cy="2362200"/>
          </a:xfrm>
          <a:custGeom>
            <a:avLst/>
            <a:gdLst>
              <a:gd name="connsiteX0" fmla="*/ 1036462 w 1428368"/>
              <a:gd name="connsiteY0" fmla="*/ 1691982 h 1771650"/>
              <a:gd name="connsiteX1" fmla="*/ 1428368 w 1428368"/>
              <a:gd name="connsiteY1" fmla="*/ 1691982 h 1771650"/>
              <a:gd name="connsiteX2" fmla="*/ 1428368 w 1428368"/>
              <a:gd name="connsiteY2" fmla="*/ 1771650 h 1771650"/>
              <a:gd name="connsiteX3" fmla="*/ 0 w 1428368"/>
              <a:gd name="connsiteY3" fmla="*/ 1771650 h 1771650"/>
              <a:gd name="connsiteX4" fmla="*/ 0 w 1428368"/>
              <a:gd name="connsiteY4" fmla="*/ 1700743 h 1771650"/>
              <a:gd name="connsiteX5" fmla="*/ 1036462 w 1428368"/>
              <a:gd name="connsiteY5" fmla="*/ 1700743 h 1771650"/>
              <a:gd name="connsiteX6" fmla="*/ 0 w 1428368"/>
              <a:gd name="connsiteY6" fmla="*/ 0 h 1771650"/>
              <a:gd name="connsiteX7" fmla="*/ 768985 w 1428368"/>
              <a:gd name="connsiteY7" fmla="*/ 0 h 1771650"/>
              <a:gd name="connsiteX8" fmla="*/ 768985 w 1428368"/>
              <a:gd name="connsiteY8" fmla="*/ 746264 h 1771650"/>
              <a:gd name="connsiteX9" fmla="*/ 0 w 1428368"/>
              <a:gd name="connsiteY9" fmla="*/ 746264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28368" h="1771650">
                <a:moveTo>
                  <a:pt x="1036462" y="1691982"/>
                </a:moveTo>
                <a:lnTo>
                  <a:pt x="1428368" y="1691982"/>
                </a:lnTo>
                <a:lnTo>
                  <a:pt x="1428368" y="1771650"/>
                </a:lnTo>
                <a:lnTo>
                  <a:pt x="0" y="1771650"/>
                </a:lnTo>
                <a:lnTo>
                  <a:pt x="0" y="1700743"/>
                </a:lnTo>
                <a:lnTo>
                  <a:pt x="1036462" y="1700743"/>
                </a:lnTo>
                <a:close/>
                <a:moveTo>
                  <a:pt x="0" y="0"/>
                </a:moveTo>
                <a:lnTo>
                  <a:pt x="768985" y="0"/>
                </a:lnTo>
                <a:lnTo>
                  <a:pt x="768985" y="746264"/>
                </a:lnTo>
                <a:lnTo>
                  <a:pt x="0" y="746264"/>
                </a:lnTo>
                <a:close/>
              </a:path>
            </a:pathLst>
          </a:cu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CD75B0BB-D6EF-2128-C47B-295623C004C0}"/>
              </a:ext>
            </a:extLst>
          </p:cNvPr>
          <p:cNvSpPr/>
          <p:nvPr/>
        </p:nvSpPr>
        <p:spPr>
          <a:xfrm>
            <a:off x="10493631" y="5952090"/>
            <a:ext cx="1706664" cy="916961"/>
          </a:xfrm>
          <a:custGeom>
            <a:avLst/>
            <a:gdLst>
              <a:gd name="connsiteX0" fmla="*/ 728363 w 1141807"/>
              <a:gd name="connsiteY0" fmla="*/ 0 h 598720"/>
              <a:gd name="connsiteX1" fmla="*/ 949675 w 1141807"/>
              <a:gd name="connsiteY1" fmla="*/ 91670 h 598720"/>
              <a:gd name="connsiteX2" fmla="*/ 1141807 w 1141807"/>
              <a:gd name="connsiteY2" fmla="*/ 283802 h 598720"/>
              <a:gd name="connsiteX3" fmla="*/ 1141807 w 1141807"/>
              <a:gd name="connsiteY3" fmla="*/ 598720 h 598720"/>
              <a:gd name="connsiteX4" fmla="*/ 0 w 1141807"/>
              <a:gd name="connsiteY4" fmla="*/ 598720 h 598720"/>
              <a:gd name="connsiteX5" fmla="*/ 507050 w 1141807"/>
              <a:gd name="connsiteY5" fmla="*/ 91670 h 598720"/>
              <a:gd name="connsiteX6" fmla="*/ 728363 w 1141807"/>
              <a:gd name="connsiteY6" fmla="*/ 0 h 59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1807" h="598720">
                <a:moveTo>
                  <a:pt x="728363" y="0"/>
                </a:moveTo>
                <a:cubicBezTo>
                  <a:pt x="808461" y="0"/>
                  <a:pt x="888561" y="30556"/>
                  <a:pt x="949675" y="91670"/>
                </a:cubicBezTo>
                <a:lnTo>
                  <a:pt x="1141807" y="283802"/>
                </a:lnTo>
                <a:lnTo>
                  <a:pt x="1141807" y="598720"/>
                </a:lnTo>
                <a:lnTo>
                  <a:pt x="0" y="598720"/>
                </a:lnTo>
                <a:lnTo>
                  <a:pt x="507050" y="91670"/>
                </a:lnTo>
                <a:cubicBezTo>
                  <a:pt x="568164" y="30556"/>
                  <a:pt x="648264" y="0"/>
                  <a:pt x="728363" y="0"/>
                </a:cubicBezTo>
                <a:close/>
              </a:path>
            </a:pathLst>
          </a:custGeom>
          <a:gradFill flip="none" rotWithShape="1">
            <a:gsLst>
              <a:gs pos="16000">
                <a:srgbClr val="6840BF"/>
              </a:gs>
              <a:gs pos="100000">
                <a:schemeClr val="accent1">
                  <a:lumMod val="83566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  <p:pic>
        <p:nvPicPr>
          <p:cNvPr id="8" name="Picture 7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F54BC601-CB7F-4D76-D9F1-310EBFC3B4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14713" y="6236350"/>
            <a:ext cx="1833923" cy="91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33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6" r:id="rId1"/>
    <p:sldLayoutId id="2147484437" r:id="rId2"/>
    <p:sldLayoutId id="2147484438" r:id="rId3"/>
    <p:sldLayoutId id="2147484439" r:id="rId4"/>
    <p:sldLayoutId id="2147484440" r:id="rId5"/>
    <p:sldLayoutId id="2147484441" r:id="rId6"/>
  </p:sldLayoutIdLst>
  <p:hf sldNum="0" hdr="0" ftr="0" dt="0"/>
  <p:txStyles>
    <p:titleStyle>
      <a:lvl1pPr algn="ctr" defTabSz="548626" rtl="0" eaLnBrk="1" latinLnBrk="0" hangingPunct="1"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470" indent="-411470" algn="l" defTabSz="548626" rtl="0" eaLnBrk="1" latinLnBrk="0" hangingPunct="1">
        <a:spcBef>
          <a:spcPct val="20000"/>
        </a:spcBef>
        <a:buFont typeface="Arial"/>
        <a:buChar char="•"/>
        <a:defRPr sz="3840" kern="1200">
          <a:solidFill>
            <a:srgbClr val="4E4D4E"/>
          </a:solidFill>
          <a:latin typeface="Arial"/>
          <a:ea typeface="+mn-ea"/>
          <a:cs typeface="Arial"/>
        </a:defRPr>
      </a:lvl1pPr>
      <a:lvl2pPr marL="891518" indent="-342891" algn="l" defTabSz="548626" rtl="0" eaLnBrk="1" latinLnBrk="0" hangingPunct="1">
        <a:spcBef>
          <a:spcPct val="20000"/>
        </a:spcBef>
        <a:buFont typeface="Arial"/>
        <a:buChar char="–"/>
        <a:defRPr sz="3360" kern="1200">
          <a:solidFill>
            <a:srgbClr val="4E4D4E"/>
          </a:solidFill>
          <a:latin typeface="Arial"/>
          <a:ea typeface="+mn-ea"/>
          <a:cs typeface="Arial"/>
        </a:defRPr>
      </a:lvl2pPr>
      <a:lvl3pPr marL="1371566" indent="-274313" algn="l" defTabSz="548626" rtl="0" eaLnBrk="1" latinLnBrk="0" hangingPunct="1">
        <a:spcBef>
          <a:spcPct val="20000"/>
        </a:spcBef>
        <a:buFont typeface="Arial"/>
        <a:buChar char="•"/>
        <a:defRPr sz="2880" kern="1200">
          <a:solidFill>
            <a:srgbClr val="4E4D4E"/>
          </a:solidFill>
          <a:latin typeface="Arial"/>
          <a:ea typeface="+mn-ea"/>
          <a:cs typeface="Arial"/>
        </a:defRPr>
      </a:lvl3pPr>
      <a:lvl4pPr marL="1920192" indent="-274313" algn="l" defTabSz="548626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4E4D4E"/>
          </a:solidFill>
          <a:latin typeface="Arial"/>
          <a:ea typeface="+mn-ea"/>
          <a:cs typeface="Arial"/>
        </a:defRPr>
      </a:lvl4pPr>
      <a:lvl5pPr marL="2468818" indent="-274313" algn="l" defTabSz="548626" rtl="0" eaLnBrk="1" latinLnBrk="0" hangingPunct="1">
        <a:spcBef>
          <a:spcPct val="20000"/>
        </a:spcBef>
        <a:buFont typeface="Arial"/>
        <a:buChar char="»"/>
        <a:defRPr sz="2400" kern="1200">
          <a:solidFill>
            <a:srgbClr val="4E4D4E"/>
          </a:solidFill>
          <a:latin typeface="Arial"/>
          <a:ea typeface="+mn-ea"/>
          <a:cs typeface="Arial"/>
        </a:defRPr>
      </a:lvl5pPr>
      <a:lvl6pPr marL="3017445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71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97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323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26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53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79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05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58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84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01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21FF0ADE-6177-6E47-53B5-D5A290695C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03803" y="5954578"/>
            <a:ext cx="1833923" cy="91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87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3" r:id="rId1"/>
    <p:sldLayoutId id="2147484444" r:id="rId2"/>
    <p:sldLayoutId id="2147484445" r:id="rId3"/>
    <p:sldLayoutId id="2147484446" r:id="rId4"/>
    <p:sldLayoutId id="2147484447" r:id="rId5"/>
    <p:sldLayoutId id="2147484448" r:id="rId6"/>
  </p:sldLayoutIdLst>
  <p:hf sldNum="0" hdr="0" ftr="0" dt="0"/>
  <p:txStyles>
    <p:titleStyle>
      <a:lvl1pPr algn="l" defTabSz="1097253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13" indent="-274313" algn="l" defTabSz="1097253" rtl="0" eaLnBrk="1" latinLnBrk="0" hangingPunct="1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39" indent="-274313" algn="l" defTabSz="1097253" rtl="0" eaLnBrk="1" latinLnBrk="0" hangingPunct="1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566" indent="-274313" algn="l" defTabSz="1097253" rtl="0" eaLnBrk="1" latinLnBrk="0" hangingPunct="1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192" indent="-274313" algn="l" defTabSz="1097253" rtl="0" eaLnBrk="1" latinLnBrk="0" hangingPunct="1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18" indent="-274313" algn="l" defTabSz="1097253" rtl="0" eaLnBrk="1" latinLnBrk="0" hangingPunct="1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445" indent="-274313" algn="l" defTabSz="1097253" rtl="0" eaLnBrk="1" latinLnBrk="0" hangingPunct="1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71" indent="-274313" algn="l" defTabSz="1097253" rtl="0" eaLnBrk="1" latinLnBrk="0" hangingPunct="1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97" indent="-274313" algn="l" defTabSz="1097253" rtl="0" eaLnBrk="1" latinLnBrk="0" hangingPunct="1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323" indent="-274313" algn="l" defTabSz="1097253" rtl="0" eaLnBrk="1" latinLnBrk="0" hangingPunct="1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26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53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79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05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58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84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010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3866D1FC-6984-AA45-C32F-36B6410AC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273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50" r:id="rId1"/>
    <p:sldLayoutId id="2147484451" r:id="rId2"/>
  </p:sldLayoutIdLst>
  <p:hf sldNum="0" hdr="0" ftr="0" dt="0"/>
  <p:txStyles>
    <p:titleStyle>
      <a:lvl1pPr algn="ctr" defTabSz="548626" rtl="0" eaLnBrk="1" latinLnBrk="0" hangingPunct="1"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470" indent="-411470" algn="l" defTabSz="548626" rtl="0" eaLnBrk="1" latinLnBrk="0" hangingPunct="1">
        <a:spcBef>
          <a:spcPct val="20000"/>
        </a:spcBef>
        <a:buFont typeface="Arial"/>
        <a:buChar char="•"/>
        <a:defRPr sz="3840" kern="1200">
          <a:solidFill>
            <a:srgbClr val="4E4D4E"/>
          </a:solidFill>
          <a:latin typeface="Arial"/>
          <a:ea typeface="+mn-ea"/>
          <a:cs typeface="Arial"/>
        </a:defRPr>
      </a:lvl1pPr>
      <a:lvl2pPr marL="891518" indent="-342891" algn="l" defTabSz="548626" rtl="0" eaLnBrk="1" latinLnBrk="0" hangingPunct="1">
        <a:spcBef>
          <a:spcPct val="20000"/>
        </a:spcBef>
        <a:buFont typeface="Arial"/>
        <a:buChar char="–"/>
        <a:defRPr sz="3360" kern="1200">
          <a:solidFill>
            <a:srgbClr val="4E4D4E"/>
          </a:solidFill>
          <a:latin typeface="Arial"/>
          <a:ea typeface="+mn-ea"/>
          <a:cs typeface="Arial"/>
        </a:defRPr>
      </a:lvl2pPr>
      <a:lvl3pPr marL="1371566" indent="-274313" algn="l" defTabSz="548626" rtl="0" eaLnBrk="1" latinLnBrk="0" hangingPunct="1">
        <a:spcBef>
          <a:spcPct val="20000"/>
        </a:spcBef>
        <a:buFont typeface="Arial"/>
        <a:buChar char="•"/>
        <a:defRPr sz="2880" kern="1200">
          <a:solidFill>
            <a:srgbClr val="4E4D4E"/>
          </a:solidFill>
          <a:latin typeface="Arial"/>
          <a:ea typeface="+mn-ea"/>
          <a:cs typeface="Arial"/>
        </a:defRPr>
      </a:lvl3pPr>
      <a:lvl4pPr marL="1920192" indent="-274313" algn="l" defTabSz="548626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4E4D4E"/>
          </a:solidFill>
          <a:latin typeface="Arial"/>
          <a:ea typeface="+mn-ea"/>
          <a:cs typeface="Arial"/>
        </a:defRPr>
      </a:lvl4pPr>
      <a:lvl5pPr marL="2468818" indent="-274313" algn="l" defTabSz="548626" rtl="0" eaLnBrk="1" latinLnBrk="0" hangingPunct="1">
        <a:spcBef>
          <a:spcPct val="20000"/>
        </a:spcBef>
        <a:buFont typeface="Arial"/>
        <a:buChar char="»"/>
        <a:defRPr sz="2400" kern="1200">
          <a:solidFill>
            <a:srgbClr val="4E4D4E"/>
          </a:solidFill>
          <a:latin typeface="Arial"/>
          <a:ea typeface="+mn-ea"/>
          <a:cs typeface="Arial"/>
        </a:defRPr>
      </a:lvl5pPr>
      <a:lvl6pPr marL="3017445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71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97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323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26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53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79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05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58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84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01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9776AB-B567-B9F7-76F6-A6A53DD1B3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lIns="57150" tIns="28575" rIns="57150" bIns="28575" anchor="t">
            <a:normAutofit/>
          </a:bodyPr>
          <a:lstStyle/>
          <a:p>
            <a:r>
              <a:rPr lang="en-US" sz="1900" dirty="0"/>
              <a:t>Chaos Engineering Tool Kit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BB54D97-71FA-1520-7B9B-965934F213F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Chaos Monkeys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7099D4-52F1-951E-CABF-0975ACE1FF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14947" y="3680528"/>
            <a:ext cx="6635679" cy="1534023"/>
          </a:xfrm>
        </p:spPr>
        <p:txBody>
          <a:bodyPr/>
          <a:lstStyle/>
          <a:p>
            <a:r>
              <a:rPr lang="en-US" dirty="0" err="1"/>
              <a:t>Kunalsing</a:t>
            </a:r>
            <a:r>
              <a:rPr lang="en-US" dirty="0"/>
              <a:t> Thakur, Onkar Parihar, Inderdeep Sidhu</a:t>
            </a:r>
          </a:p>
          <a:p>
            <a:r>
              <a:rPr lang="en-US" dirty="0"/>
              <a:t>Rajesh </a:t>
            </a:r>
            <a:r>
              <a:rPr lang="en-US" dirty="0" err="1"/>
              <a:t>Radhakrishnan,Rajanikanthsingh</a:t>
            </a:r>
            <a:r>
              <a:rPr lang="en-US" dirty="0"/>
              <a:t> Viswanathan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B4B44-19C1-F4CE-4877-DF6F6198FB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Hackathon 2K25</a:t>
            </a:r>
          </a:p>
        </p:txBody>
      </p:sp>
    </p:spTree>
    <p:extLst>
      <p:ext uri="{BB962C8B-B14F-4D97-AF65-F5344CB8AC3E}">
        <p14:creationId xmlns:p14="http://schemas.microsoft.com/office/powerpoint/2010/main" val="3603096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331990-B806-1282-1B90-A099F9254C2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12946" y="348849"/>
            <a:ext cx="10983633" cy="568948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1537D460-7328-61F1-B81D-A82C4BBCF6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E8E1A9-4FD0-D962-8EDF-5D1F57EE23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Chaos Monkeys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A6CE03E-BD18-1EB0-6791-AFCFE507A18E}"/>
              </a:ext>
            </a:extLst>
          </p:cNvPr>
          <p:cNvSpPr>
            <a:spLocks noGrp="1"/>
          </p:cNvSpPr>
          <p:nvPr>
            <p:ph idx="27"/>
          </p:nvPr>
        </p:nvSpPr>
        <p:spPr/>
        <p:txBody>
          <a:bodyPr/>
          <a:lstStyle/>
          <a:p>
            <a:r>
              <a:rPr lang="en-US" dirty="0"/>
              <a:t>Modern distributed systems are complex and often fail in unpredictable ways. Traditional testing cannot always uncover weaknesses that only appear under real-world conditions such as network outages, node failures, or resource exhaustion.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06F370-23B0-8C68-2CB1-12312A4E1A80}"/>
              </a:ext>
            </a:extLst>
          </p:cNvPr>
          <p:cNvSpPr txBox="1"/>
          <p:nvPr/>
        </p:nvSpPr>
        <p:spPr>
          <a:xfrm>
            <a:off x="9486900" y="6529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581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7B354-A827-6A37-0E6E-9ECD13A26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A18375-2B83-6CE3-EA81-43A699695600}"/>
              </a:ext>
            </a:extLst>
          </p:cNvPr>
          <p:cNvSpPr txBox="1"/>
          <p:nvPr/>
        </p:nvSpPr>
        <p:spPr>
          <a:xfrm>
            <a:off x="4443540" y="917798"/>
            <a:ext cx="4126302" cy="890867"/>
          </a:xfrm>
          <a:prstGeom prst="rect">
            <a:avLst/>
          </a:prstGeom>
        </p:spPr>
        <p:txBody>
          <a:bodyPr lIns="57150" tIns="28575" rIns="57150" bIns="28575">
            <a:normAutofit/>
          </a:bodyPr>
          <a:lstStyle/>
          <a:p>
            <a:pPr defTabSz="548626">
              <a:spcBef>
                <a:spcPct val="20000"/>
              </a:spcBef>
              <a:buClr>
                <a:srgbClr val="00B0F0"/>
              </a:buClr>
            </a:pPr>
            <a:endParaRPr lang="en-US" sz="1440" b="0" i="0" kern="12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FF4AF93-FD2B-4990-2190-F674C16FF0B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12946" y="348849"/>
            <a:ext cx="10983633" cy="568948"/>
          </a:xfrm>
        </p:spPr>
        <p:txBody>
          <a:bodyPr>
            <a:normAutofit/>
          </a:bodyPr>
          <a:lstStyle/>
          <a:p>
            <a:r>
              <a:rPr lang="en-US" b="0" i="0" kern="1200" baseline="0" dirty="0">
                <a:latin typeface="Century Gothic"/>
                <a:ea typeface="+mn-ea"/>
                <a:cs typeface="Century Gothic"/>
              </a:rPr>
              <a:t>Solution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EF18E-8619-32FA-4205-F7CAF7EC16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B23194-FC12-5F27-5A0F-45A9DB7E1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631" y="1471140"/>
            <a:ext cx="9559325" cy="474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615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7E23C-1D94-5652-9E2F-84A21FCDB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36E4FA8-2E1C-C12F-5C03-44202A8F2EC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lIns="91440" tIns="45720" rIns="91440" bIns="45720" anchor="t"/>
          <a:lstStyle/>
          <a:p>
            <a:r>
              <a:rPr lang="en-US" sz="2850" dirty="0"/>
              <a:t>Detailed Solution &amp; Tech Stack 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4CA3B-561D-1B6C-080D-5B98FDC058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256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63C6D-4A18-D56B-6BFB-9EB59BEAF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1CCC50C-FE18-33A4-548E-153305D49A5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lIns="91440" tIns="45720" rIns="91440" bIns="45720" anchor="t"/>
          <a:lstStyle/>
          <a:p>
            <a:r>
              <a:rPr lang="en-US" sz="2850" dirty="0"/>
              <a:t>Feasibility &amp; Resources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3DB3F-36B4-1B32-E9BD-4B20385D34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480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90393-3C5E-F538-343F-E157FD99E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BAA59D8-F2C0-E2AF-81F1-950AE6F4D51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lIns="91440" tIns="45720" rIns="91440" bIns="45720" anchor="t"/>
          <a:lstStyle/>
          <a:p>
            <a:r>
              <a:rPr lang="en-US" sz="2850" dirty="0"/>
              <a:t>Business &amp; Customer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E010D-1A7A-8EF2-1E37-A15B0505E926}"/>
              </a:ext>
            </a:extLst>
          </p:cNvPr>
          <p:cNvSpPr>
            <a:spLocks noGrp="1"/>
          </p:cNvSpPr>
          <p:nvPr>
            <p:ph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B4FF7B-1533-D6C1-1ECA-C222DD852C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243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92876-0785-A942-8B81-F9E2868E0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D6F52E3-0EBD-9711-220E-8543D3F998C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lIns="91440" tIns="45720" rIns="91440" bIns="45720" anchor="t"/>
          <a:lstStyle/>
          <a:p>
            <a:r>
              <a:rPr lang="en-US" sz="2850" dirty="0"/>
              <a:t>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DE033-0FC0-EE5E-B7C3-1E84A3FA6A47}"/>
              </a:ext>
            </a:extLst>
          </p:cNvPr>
          <p:cNvSpPr>
            <a:spLocks noGrp="1"/>
          </p:cNvSpPr>
          <p:nvPr>
            <p:ph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4BFAD00-3CF6-638B-F23D-1755A2EB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87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88800-FA68-809F-997E-C758F854C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B6615F-00BC-9E33-8CFE-DBFB46416A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963646-6300-4196-D045-798ED99566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Hackathon 2K24</a:t>
            </a:r>
          </a:p>
        </p:txBody>
      </p:sp>
    </p:spTree>
    <p:extLst>
      <p:ext uri="{BB962C8B-B14F-4D97-AF65-F5344CB8AC3E}">
        <p14:creationId xmlns:p14="http://schemas.microsoft.com/office/powerpoint/2010/main" val="3544381555"/>
      </p:ext>
    </p:extLst>
  </p:cSld>
  <p:clrMapOvr>
    <a:masterClrMapping/>
  </p:clrMapOvr>
</p:sld>
</file>

<file path=ppt/theme/theme1.xml><?xml version="1.0" encoding="utf-8"?>
<a:theme xmlns:a="http://schemas.openxmlformats.org/drawingml/2006/main" name="Alternate Cover">
  <a:themeElements>
    <a:clrScheme name="Custom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1267D"/>
      </a:accent1>
      <a:accent2>
        <a:srgbClr val="AF75B3"/>
      </a:accent2>
      <a:accent3>
        <a:srgbClr val="77BD1F"/>
      </a:accent3>
      <a:accent4>
        <a:srgbClr val="601AA6"/>
      </a:accent4>
      <a:accent5>
        <a:srgbClr val="ED7E20"/>
      </a:accent5>
      <a:accent6>
        <a:srgbClr val="109DD8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4126_Global_Xperi_Master PPT Template_081523" id="{C73AC518-0D61-D74C-90C9-383FD563796E}" vid="{C1484DC3-DA28-8447-9ED1-1B02FDF2B501}"/>
    </a:ext>
  </a:extLst>
</a:theme>
</file>

<file path=ppt/theme/theme2.xml><?xml version="1.0" encoding="utf-8"?>
<a:theme xmlns:a="http://schemas.openxmlformats.org/drawingml/2006/main" name="Agenda">
  <a:themeElements>
    <a:clrScheme name="Custom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1267D"/>
      </a:accent1>
      <a:accent2>
        <a:srgbClr val="AF75B3"/>
      </a:accent2>
      <a:accent3>
        <a:srgbClr val="77BD1F"/>
      </a:accent3>
      <a:accent4>
        <a:srgbClr val="601AA6"/>
      </a:accent4>
      <a:accent5>
        <a:srgbClr val="ED7E20"/>
      </a:accent5>
      <a:accent6>
        <a:srgbClr val="109DD8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4126_Global_Xperi_Master PPT Template_081523" id="{C73AC518-0D61-D74C-90C9-383FD563796E}" vid="{E8717E85-521E-B348-A17D-7193378BF16E}"/>
    </a:ext>
  </a:extLst>
</a:theme>
</file>

<file path=ppt/theme/theme3.xml><?xml version="1.0" encoding="utf-8"?>
<a:theme xmlns:a="http://schemas.openxmlformats.org/drawingml/2006/main" name="Content Slides - White">
  <a:themeElements>
    <a:clrScheme name="Custom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F19A6"/>
      </a:accent1>
      <a:accent2>
        <a:srgbClr val="AF75B3"/>
      </a:accent2>
      <a:accent3>
        <a:srgbClr val="77BD1F"/>
      </a:accent3>
      <a:accent4>
        <a:srgbClr val="E4217F"/>
      </a:accent4>
      <a:accent5>
        <a:srgbClr val="ED7E20"/>
      </a:accent5>
      <a:accent6>
        <a:srgbClr val="109DD8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4126_Global_Xperi_Master PPT Template_081523" id="{C73AC518-0D61-D74C-90C9-383FD563796E}" vid="{B0013EF2-365F-0B41-8808-DA9FE2104E05}"/>
    </a:ext>
  </a:extLst>
</a:theme>
</file>

<file path=ppt/theme/theme4.xml><?xml version="1.0" encoding="utf-8"?>
<a:theme xmlns:a="http://schemas.openxmlformats.org/drawingml/2006/main" name="Content Slides - Full color">
  <a:themeElements>
    <a:clrScheme name="Custom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1267D"/>
      </a:accent1>
      <a:accent2>
        <a:srgbClr val="AF75B3"/>
      </a:accent2>
      <a:accent3>
        <a:srgbClr val="77BD1F"/>
      </a:accent3>
      <a:accent4>
        <a:srgbClr val="601AA6"/>
      </a:accent4>
      <a:accent5>
        <a:srgbClr val="ED7E20"/>
      </a:accent5>
      <a:accent6>
        <a:srgbClr val="109DD8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4126_Global_Xperi_Master PPT Template_081523" id="{C73AC518-0D61-D74C-90C9-383FD563796E}" vid="{642F8F36-6020-8742-95F9-B2348AD3A039}"/>
    </a:ext>
  </a:extLst>
</a:theme>
</file>

<file path=ppt/theme/theme5.xml><?xml version="1.0" encoding="utf-8"?>
<a:theme xmlns:a="http://schemas.openxmlformats.org/drawingml/2006/main" name="Break Pages">
  <a:themeElements>
    <a:clrScheme name="Custom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1267D"/>
      </a:accent1>
      <a:accent2>
        <a:srgbClr val="AF75B3"/>
      </a:accent2>
      <a:accent3>
        <a:srgbClr val="77BD1F"/>
      </a:accent3>
      <a:accent4>
        <a:srgbClr val="601AA6"/>
      </a:accent4>
      <a:accent5>
        <a:srgbClr val="ED7E20"/>
      </a:accent5>
      <a:accent6>
        <a:srgbClr val="109DD8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126_Global_Xperi_Master PPT Template_081523" id="{C73AC518-0D61-D74C-90C9-383FD563796E}" vid="{76A603A9-6979-8B4A-93FE-7B9286E1311F}"/>
    </a:ext>
  </a:extLst>
</a:theme>
</file>

<file path=ppt/theme/theme6.xml><?xml version="1.0" encoding="utf-8"?>
<a:theme xmlns:a="http://schemas.openxmlformats.org/drawingml/2006/main" name="Thank You">
  <a:themeElements>
    <a:clrScheme name="Custom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1267D"/>
      </a:accent1>
      <a:accent2>
        <a:srgbClr val="AF75B3"/>
      </a:accent2>
      <a:accent3>
        <a:srgbClr val="77BD1F"/>
      </a:accent3>
      <a:accent4>
        <a:srgbClr val="601AA6"/>
      </a:accent4>
      <a:accent5>
        <a:srgbClr val="ED7E20"/>
      </a:accent5>
      <a:accent6>
        <a:srgbClr val="109DD8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4126_Global_Xperi_Master PPT Template_081523" id="{C73AC518-0D61-D74C-90C9-383FD563796E}" vid="{CF7ADF50-61EB-EF49-83CE-4B9CC4016790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4C7FB3B71D4C4A989336C22C1D669F" ma:contentTypeVersion="9" ma:contentTypeDescription="Create a new document." ma:contentTypeScope="" ma:versionID="9aa1d22c8f1a1147b607d9ddf2479893">
  <xsd:schema xmlns:xsd="http://www.w3.org/2001/XMLSchema" xmlns:xs="http://www.w3.org/2001/XMLSchema" xmlns:p="http://schemas.microsoft.com/office/2006/metadata/properties" xmlns:ns2="ca7ed251-ec70-44a0-bbb8-82e53e0bc66c" targetNamespace="http://schemas.microsoft.com/office/2006/metadata/properties" ma:root="true" ma:fieldsID="16c01c93c1c6608748f0476f32fb343f" ns2:_="">
    <xsd:import namespace="ca7ed251-ec70-44a0-bbb8-82e53e0bc6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7ed251-ec70-44a0-bbb8-82e53e0bc6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355cbf8-31aa-4ffb-82a1-df0327da459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a7ed251-ec70-44a0-bbb8-82e53e0bc66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C42BDB-156C-41D2-AE22-CCC05B4834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7ed251-ec70-44a0-bbb8-82e53e0bc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D8456E5-EAC1-44AA-953C-089F3E144D8A}">
  <ds:schemaRefs>
    <ds:schemaRef ds:uri="a05943f3-591a-45f4-814a-718eb86053fb"/>
    <ds:schemaRef ds:uri="abbe2acf-c6f6-49e6-859a-2017c2aad9a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089d5b03-e045-4b12-bc3e-bcbb0f18785f"/>
    <ds:schemaRef ds:uri="7ce904c0-3c71-4640-a8e7-2b1ee4fbca68"/>
    <ds:schemaRef ds:uri="ca7ed251-ec70-44a0-bbb8-82e53e0bc66c"/>
  </ds:schemaRefs>
</ds:datastoreItem>
</file>

<file path=customXml/itemProps3.xml><?xml version="1.0" encoding="utf-8"?>
<ds:datastoreItem xmlns:ds="http://schemas.openxmlformats.org/officeDocument/2006/customXml" ds:itemID="{85577598-2432-4E33-B9A7-3E7EAE1786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Xperi Logos</Template>
  <TotalTime>1340</TotalTime>
  <Words>83</Words>
  <Application>Microsoft Macintosh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Arial</vt:lpstr>
      <vt:lpstr>Calibri</vt:lpstr>
      <vt:lpstr>Century Gothic</vt:lpstr>
      <vt:lpstr>Lucida Grande</vt:lpstr>
      <vt:lpstr>LucidaGrande</vt:lpstr>
      <vt:lpstr>Wingdings</vt:lpstr>
      <vt:lpstr>Alternate Cover</vt:lpstr>
      <vt:lpstr>Agenda</vt:lpstr>
      <vt:lpstr>Content Slides - White</vt:lpstr>
      <vt:lpstr>Content Slides - Full color</vt:lpstr>
      <vt:lpstr>Break Pages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Rajesh Radhakrishnan</cp:lastModifiedBy>
  <cp:revision>64</cp:revision>
  <cp:lastPrinted>2016-09-07T18:00:18Z</cp:lastPrinted>
  <dcterms:created xsi:type="dcterms:W3CDTF">2020-02-07T20:51:50Z</dcterms:created>
  <dcterms:modified xsi:type="dcterms:W3CDTF">2025-10-10T03:40:49Z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0x010100E24C7FB3B71D4C4A989336C22C1D669F</vt:lpwstr>
  </property>
  <property fmtid="{D5CDD505-2E9C-101B-9397-08002B2CF9AE}" pid="3" name="MediaServiceImageTags">
    <vt:lpwstr/>
  </property>
</Properties>
</file>